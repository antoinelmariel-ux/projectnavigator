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5" r:id="rId4"/>
  </p:sldMasterIdLst>
  <p:notesMasterIdLst>
    <p:notesMasterId r:id="rId5"/>
  </p:notesMasterIdLst>
  <p:handoutMasterIdLst>
    <p:handoutMasterId r:id="rId6"/>
  </p:handoutMasterIdLst>
  <p:sldIdLst>
    <p:sldId id="285" r:id="rId42"/>
  </p:sldIdLst>
  <p:sldSz cx="9144000" cy="5143500" type="screen16x9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E39F4BF-0341-AFAC-5855-B26460CBBB83}" name="LASAGNI Sandra" initials="" userId="S::sandra.lasagni@lfb.fr::e0f77007-77bf-4b17-b508-8ab4747f542e" providerId="AD"/>
  <p188:author id="{D2C424F3-3822-045C-2FA4-A186F71A2E74}" name="LASSAUGE Antoine" initials="AL" userId="S::antoine.lassauge@lfb.fr::084dd7b9-c075-4e44-b110-7ae25ba4373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059"/>
    <a:srgbClr val="B69C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yle moyen 1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Style moyen 1 - Accentuation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Style moyen 1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>
        <p:guide orient="horz" pos="216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8/10/relationships/authors" Target="authors.xml"/><Relationship Id="rId42" Type="http://schemas.openxmlformats.org/officeDocument/2006/relationships/slide" Target="slides/slide3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SSAUGE Antoine" userId="084dd7b9-c075-4e44-b110-7ae25ba4373a" providerId="ADAL" clId="{8167A0E6-82FA-4EE2-BC68-10136220967F}"/>
    <pc:docChg chg="delSld delMainMaster delSection modSection">
      <pc:chgData name="LASSAUGE Antoine" userId="084dd7b9-c075-4e44-b110-7ae25ba4373a" providerId="ADAL" clId="{8167A0E6-82FA-4EE2-BC68-10136220967F}" dt="2026-10-16T07:54:22.126" v="0" actId="47"/>
      <pc:docMkLst>
        <pc:docMk/>
      </pc:docMkLst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727656303" sldId="283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074527865" sldId="284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852779469" sldId="285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462667797" sldId="286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26581385" sldId="287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804289858" sldId="288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742957264" sldId="289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406218306" sldId="290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4018586193" sldId="2147479300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986270846" sldId="2147479307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222404018" sldId="2147479312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943243117" sldId="2147479314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838209721" sldId="2147479389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033411034" sldId="2147479390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590609980" sldId="2147479391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402276802" sldId="2147479392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2428582466" sldId="2147479394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641549490" sldId="2147479399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2744668011" sldId="2147479403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879977954" sldId="2147479404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913670971" sldId="2147479405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996878766" sldId="2147479406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286861412" sldId="2147479407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4222817383" sldId="2147479408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902284328" sldId="2147479409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275799596" sldId="2147479411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566936073" sldId="2147479413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524303922" sldId="2147479414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1767667957" sldId="2147479415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215411923" sldId="2147479417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3803320857" sldId="2147479418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2648614323" sldId="2147479419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4068224638" sldId="2147479420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207808926" sldId="2147479421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516514924" sldId="2147479422"/>
        </pc:sldMkLst>
      </pc:sldChg>
      <pc:sldChg chg="del">
        <pc:chgData name="LASSAUGE Antoine" userId="084dd7b9-c075-4e44-b110-7ae25ba4373a" providerId="ADAL" clId="{8167A0E6-82FA-4EE2-BC68-10136220967F}" dt="2026-10-16T07:54:22.126" v="0" actId="47"/>
        <pc:sldMkLst>
          <pc:docMk/>
          <pc:sldMk cId="4037628817" sldId="2147479424"/>
        </pc:sldMkLst>
      </pc:sldChg>
      <pc:sldMasterChg chg="del delSldLayout">
        <pc:chgData name="LASSAUGE Antoine" userId="084dd7b9-c075-4e44-b110-7ae25ba4373a" providerId="ADAL" clId="{8167A0E6-82FA-4EE2-BC68-10136220967F}" dt="2026-10-16T07:54:22.126" v="0" actId="47"/>
        <pc:sldMasterMkLst>
          <pc:docMk/>
          <pc:sldMasterMk cId="0" sldId="2147483648"/>
        </pc:sldMasterMkLst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0" sldId="2147483661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0" sldId="2147483662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0" sldId="2147483663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0" sldId="2147483664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0" sldId="2147483665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822688767" sldId="2147483666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1591790522" sldId="2147483667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1136847957" sldId="2147483668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1905338765" sldId="2147483669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2371480725" sldId="2147483670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0" sldId="2147483648"/>
            <pc:sldLayoutMk cId="1437568387" sldId="2147483671"/>
          </pc:sldLayoutMkLst>
        </pc:sldLayoutChg>
      </pc:sldMasterChg>
      <pc:sldMasterChg chg="del delSldLayout">
        <pc:chgData name="LASSAUGE Antoine" userId="084dd7b9-c075-4e44-b110-7ae25ba4373a" providerId="ADAL" clId="{8167A0E6-82FA-4EE2-BC68-10136220967F}" dt="2026-10-16T07:54:22.126" v="0" actId="47"/>
        <pc:sldMasterMkLst>
          <pc:docMk/>
          <pc:sldMasterMk cId="3565061637" sldId="2147483673"/>
        </pc:sldMasterMkLst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67581825" sldId="2147483674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1926560265" sldId="2147483675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1786875924" sldId="2147483676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2043020610" sldId="2147483677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795548132" sldId="2147483678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661145824" sldId="2147483679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1104001246" sldId="2147483680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49163691" sldId="2147483681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2586393979" sldId="2147483682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4023830793" sldId="2147483683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2705388760" sldId="2147483684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3795012147" sldId="2147483685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639740493" sldId="2147483686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1594440989" sldId="2147483687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3565061637" sldId="2147483673"/>
            <pc:sldLayoutMk cId="3574059817" sldId="2147483688"/>
          </pc:sldLayoutMkLst>
        </pc:sldLayoutChg>
      </pc:sldMasterChg>
      <pc:sldMasterChg chg="del delSldLayout">
        <pc:chgData name="LASSAUGE Antoine" userId="084dd7b9-c075-4e44-b110-7ae25ba4373a" providerId="ADAL" clId="{8167A0E6-82FA-4EE2-BC68-10136220967F}" dt="2026-10-16T07:54:22.126" v="0" actId="47"/>
        <pc:sldMasterMkLst>
          <pc:docMk/>
          <pc:sldMasterMk cId="2285304288" sldId="2147483689"/>
        </pc:sldMasterMkLst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938981352" sldId="2147483690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4201397024" sldId="2147483691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2578132580" sldId="2147483692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709305364" sldId="2147483693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263762396" sldId="2147483694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188653734" sldId="2147483695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3045208015" sldId="2147483696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3465556572" sldId="2147483697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3467903136" sldId="2147483698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4112855140" sldId="2147483699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1719654944" sldId="2147483700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2957045087" sldId="2147483701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2531793074" sldId="2147483702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557571389" sldId="2147483703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1027591501" sldId="2147483704"/>
          </pc:sldLayoutMkLst>
        </pc:sldLayoutChg>
        <pc:sldLayoutChg chg="del">
          <pc:chgData name="LASSAUGE Antoine" userId="084dd7b9-c075-4e44-b110-7ae25ba4373a" providerId="ADAL" clId="{8167A0E6-82FA-4EE2-BC68-10136220967F}" dt="2026-10-16T07:54:22.126" v="0" actId="47"/>
          <pc:sldLayoutMkLst>
            <pc:docMk/>
            <pc:sldMasterMk cId="2285304288" sldId="2147483689"/>
            <pc:sldLayoutMk cId="117714072" sldId="2147483719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2CE7B6D-F95D-2D22-BE43-7FF4085629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32D6A0B-14D2-2229-8487-3FB60739A90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A404C1-B096-4F23-BBD3-2A961249D839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415B24E-325C-CD04-0024-8620E8FA69B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00258C6-E311-196B-54D6-6EA51B823BC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6339A6-0A49-4036-A30D-EA8393A9DCD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651637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5BBAB1-F7A1-481C-B2C4-C67D719ACC75}" type="datetimeFigureOut">
              <a:rPr lang="fr-FR" smtClean="0"/>
              <a:t>16/10/2026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E41B19-7CA3-44B0-834C-F69EE93D8C5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018938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Roboto" panose="02000000000000000000" pitchFamily="2" charset="0"/>
        <a:ea typeface="+mn-ea"/>
        <a:cs typeface="+mn-cs"/>
      </a:defRPr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la présen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3BC9315-5B51-B82E-C9EE-D6D33B4389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F93D73F-6B7A-ADF0-C3B7-C61F97F901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602DCA-E586-7608-A3BF-E293439D096B}"/>
              </a:ext>
            </a:extLst>
          </p:cNvPr>
          <p:cNvSpPr/>
          <p:nvPr userDrawn="1"/>
        </p:nvSpPr>
        <p:spPr>
          <a:xfrm>
            <a:off x="0" y="4691178"/>
            <a:ext cx="9144000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B7DCAC-2F30-3770-92F4-B7D496BA75CF}"/>
              </a:ext>
            </a:extLst>
          </p:cNvPr>
          <p:cNvSpPr/>
          <p:nvPr userDrawn="1"/>
        </p:nvSpPr>
        <p:spPr>
          <a:xfrm>
            <a:off x="7620000" y="0"/>
            <a:ext cx="15240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itre 14">
            <a:extLst>
              <a:ext uri="{FF2B5EF4-FFF2-40B4-BE49-F238E27FC236}">
                <a16:creationId xmlns:a16="http://schemas.microsoft.com/office/drawing/2014/main" id="{5B4E63CF-2376-B72A-875A-CE5CFD4148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8692" y="1807943"/>
            <a:ext cx="4748219" cy="1527284"/>
          </a:xfrm>
        </p:spPr>
        <p:txBody>
          <a:bodyPr anchor="ctr" anchorCtr="0"/>
          <a:lstStyle>
            <a:lvl1pPr>
              <a:defRPr sz="3500" b="0">
                <a:latin typeface="Roboto Black" panose="02000000000000000000" pitchFamily="2" charset="0"/>
                <a:ea typeface="Roboto Black" panose="02000000000000000000" pitchFamily="2" charset="0"/>
                <a:cs typeface="Roboto Black" panose="02000000000000000000" pitchFamily="2" charset="0"/>
              </a:defRPr>
            </a:lvl1pPr>
          </a:lstStyle>
          <a:p>
            <a:r>
              <a:rPr lang="fr-FR"/>
              <a:t>Cliquez </a:t>
            </a:r>
            <a:br>
              <a:rPr lang="fr-FR"/>
            </a:br>
            <a:r>
              <a:rPr lang="fr-FR"/>
              <a:t>pour modifier</a:t>
            </a:r>
            <a:br>
              <a:rPr lang="fr-FR"/>
            </a:br>
            <a:r>
              <a:rPr lang="fr-FR"/>
              <a:t>le titre</a:t>
            </a:r>
          </a:p>
        </p:txBody>
      </p:sp>
      <p:sp>
        <p:nvSpPr>
          <p:cNvPr id="30" name="Espace réservé du texte 29">
            <a:extLst>
              <a:ext uri="{FF2B5EF4-FFF2-40B4-BE49-F238E27FC236}">
                <a16:creationId xmlns:a16="http://schemas.microsoft.com/office/drawing/2014/main" id="{D0FA12C8-4E1D-0751-DB3C-8BEC539492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8692" y="4324350"/>
            <a:ext cx="2578100" cy="277953"/>
          </a:xfrm>
        </p:spPr>
        <p:txBody>
          <a:bodyPr anchor="b" anchorCtr="0"/>
          <a:lstStyle>
            <a:lvl1pPr>
              <a:defRPr sz="1200" cap="none" baseline="0">
                <a:solidFill>
                  <a:schemeClr val="tx2"/>
                </a:solidFill>
                <a:latin typeface="Roboto Bold" panose="02000000000000000000" pitchFamily="2" charset="0"/>
              </a:defRPr>
            </a:lvl1pPr>
          </a:lstStyle>
          <a:p>
            <a:pPr lvl="0"/>
            <a:r>
              <a:rPr lang="fr-FR"/>
              <a:t>Date ici</a:t>
            </a:r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1A8BA232-1762-24CE-92C9-1C4E61E8D216}"/>
              </a:ext>
            </a:extLst>
          </p:cNvPr>
          <p:cNvSpPr/>
          <p:nvPr/>
        </p:nvSpPr>
        <p:spPr>
          <a:xfrm>
            <a:off x="0" y="541198"/>
            <a:ext cx="536575" cy="1073150"/>
          </a:xfrm>
          <a:custGeom>
            <a:avLst/>
            <a:gdLst/>
            <a:ahLst/>
            <a:cxnLst/>
            <a:rect l="l" t="t" r="r" b="b"/>
            <a:pathLst>
              <a:path w="536575" h="1073150">
                <a:moveTo>
                  <a:pt x="536397" y="536397"/>
                </a:moveTo>
                <a:lnTo>
                  <a:pt x="5105" y="536397"/>
                </a:lnTo>
                <a:lnTo>
                  <a:pt x="0" y="536397"/>
                </a:lnTo>
                <a:lnTo>
                  <a:pt x="0" y="1072667"/>
                </a:lnTo>
                <a:lnTo>
                  <a:pt x="53454" y="1070597"/>
                </a:lnTo>
                <a:lnTo>
                  <a:pt x="100596" y="1064158"/>
                </a:lnTo>
                <a:lnTo>
                  <a:pt x="146342" y="1053630"/>
                </a:lnTo>
                <a:lnTo>
                  <a:pt x="190487" y="1039241"/>
                </a:lnTo>
                <a:lnTo>
                  <a:pt x="232854" y="1021143"/>
                </a:lnTo>
                <a:lnTo>
                  <a:pt x="273253" y="999566"/>
                </a:lnTo>
                <a:lnTo>
                  <a:pt x="311505" y="974661"/>
                </a:lnTo>
                <a:lnTo>
                  <a:pt x="347408" y="946645"/>
                </a:lnTo>
                <a:lnTo>
                  <a:pt x="380784" y="915682"/>
                </a:lnTo>
                <a:lnTo>
                  <a:pt x="411441" y="881989"/>
                </a:lnTo>
                <a:lnTo>
                  <a:pt x="439191" y="845743"/>
                </a:lnTo>
                <a:lnTo>
                  <a:pt x="463854" y="807123"/>
                </a:lnTo>
                <a:lnTo>
                  <a:pt x="485241" y="766343"/>
                </a:lnTo>
                <a:lnTo>
                  <a:pt x="503148" y="723557"/>
                </a:lnTo>
                <a:lnTo>
                  <a:pt x="517410" y="678992"/>
                </a:lnTo>
                <a:lnTo>
                  <a:pt x="527837" y="632815"/>
                </a:lnTo>
                <a:lnTo>
                  <a:pt x="534225" y="585216"/>
                </a:lnTo>
                <a:lnTo>
                  <a:pt x="536397" y="536397"/>
                </a:lnTo>
                <a:close/>
              </a:path>
              <a:path w="536575" h="1073150">
                <a:moveTo>
                  <a:pt x="536397" y="0"/>
                </a:moveTo>
                <a:lnTo>
                  <a:pt x="0" y="0"/>
                </a:lnTo>
                <a:lnTo>
                  <a:pt x="0" y="536270"/>
                </a:lnTo>
                <a:lnTo>
                  <a:pt x="5105" y="536397"/>
                </a:lnTo>
                <a:lnTo>
                  <a:pt x="53454" y="534200"/>
                </a:lnTo>
                <a:lnTo>
                  <a:pt x="100596" y="527748"/>
                </a:lnTo>
                <a:lnTo>
                  <a:pt x="146342" y="517232"/>
                </a:lnTo>
                <a:lnTo>
                  <a:pt x="190487" y="502831"/>
                </a:lnTo>
                <a:lnTo>
                  <a:pt x="232854" y="484746"/>
                </a:lnTo>
                <a:lnTo>
                  <a:pt x="273253" y="463156"/>
                </a:lnTo>
                <a:lnTo>
                  <a:pt x="311505" y="438264"/>
                </a:lnTo>
                <a:lnTo>
                  <a:pt x="347408" y="410235"/>
                </a:lnTo>
                <a:lnTo>
                  <a:pt x="380784" y="379285"/>
                </a:lnTo>
                <a:lnTo>
                  <a:pt x="411441" y="345592"/>
                </a:lnTo>
                <a:lnTo>
                  <a:pt x="439191" y="309333"/>
                </a:lnTo>
                <a:lnTo>
                  <a:pt x="463854" y="270725"/>
                </a:lnTo>
                <a:lnTo>
                  <a:pt x="485241" y="229933"/>
                </a:lnTo>
                <a:lnTo>
                  <a:pt x="503148" y="187159"/>
                </a:lnTo>
                <a:lnTo>
                  <a:pt x="517410" y="142595"/>
                </a:lnTo>
                <a:lnTo>
                  <a:pt x="527837" y="96418"/>
                </a:lnTo>
                <a:lnTo>
                  <a:pt x="534225" y="48818"/>
                </a:lnTo>
                <a:lnTo>
                  <a:pt x="536397" y="0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id="{E87A0883-9331-5D02-4631-0D71DB709C5F}"/>
              </a:ext>
            </a:extLst>
          </p:cNvPr>
          <p:cNvSpPr/>
          <p:nvPr/>
        </p:nvSpPr>
        <p:spPr>
          <a:xfrm>
            <a:off x="2727693" y="541186"/>
            <a:ext cx="260350" cy="2030730"/>
          </a:xfrm>
          <a:custGeom>
            <a:avLst/>
            <a:gdLst/>
            <a:ahLst/>
            <a:cxnLst/>
            <a:rect l="l" t="t" r="r" b="b"/>
            <a:pathLst>
              <a:path w="260350" h="2030730">
                <a:moveTo>
                  <a:pt x="260311" y="0"/>
                </a:moveTo>
                <a:lnTo>
                  <a:pt x="0" y="0"/>
                </a:lnTo>
                <a:lnTo>
                  <a:pt x="0" y="2030399"/>
                </a:lnTo>
                <a:lnTo>
                  <a:pt x="260311" y="2030399"/>
                </a:lnTo>
                <a:lnTo>
                  <a:pt x="260311" y="0"/>
                </a:lnTo>
                <a:close/>
              </a:path>
            </a:pathLst>
          </a:custGeom>
          <a:solidFill>
            <a:srgbClr val="0030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4">
            <a:extLst>
              <a:ext uri="{FF2B5EF4-FFF2-40B4-BE49-F238E27FC236}">
                <a16:creationId xmlns:a16="http://schemas.microsoft.com/office/drawing/2014/main" id="{8F881973-DA93-3507-4631-E8D204C84E39}"/>
              </a:ext>
            </a:extLst>
          </p:cNvPr>
          <p:cNvSpPr/>
          <p:nvPr/>
        </p:nvSpPr>
        <p:spPr>
          <a:xfrm>
            <a:off x="2727693" y="2571585"/>
            <a:ext cx="260350" cy="2030730"/>
          </a:xfrm>
          <a:custGeom>
            <a:avLst/>
            <a:gdLst/>
            <a:ahLst/>
            <a:cxnLst/>
            <a:rect l="l" t="t" r="r" b="b"/>
            <a:pathLst>
              <a:path w="260350" h="2030729">
                <a:moveTo>
                  <a:pt x="260311" y="0"/>
                </a:moveTo>
                <a:lnTo>
                  <a:pt x="0" y="0"/>
                </a:lnTo>
                <a:lnTo>
                  <a:pt x="0" y="2030399"/>
                </a:lnTo>
                <a:lnTo>
                  <a:pt x="260311" y="2030399"/>
                </a:lnTo>
                <a:lnTo>
                  <a:pt x="260311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5">
            <a:extLst>
              <a:ext uri="{FF2B5EF4-FFF2-40B4-BE49-F238E27FC236}">
                <a16:creationId xmlns:a16="http://schemas.microsoft.com/office/drawing/2014/main" id="{CB58EE91-9F66-698E-9351-E8224C8422C2}"/>
              </a:ext>
            </a:extLst>
          </p:cNvPr>
          <p:cNvSpPr/>
          <p:nvPr/>
        </p:nvSpPr>
        <p:spPr>
          <a:xfrm>
            <a:off x="0" y="1613993"/>
            <a:ext cx="540385" cy="2988310"/>
          </a:xfrm>
          <a:custGeom>
            <a:avLst/>
            <a:gdLst/>
            <a:ahLst/>
            <a:cxnLst/>
            <a:rect l="l" t="t" r="r" b="b"/>
            <a:pathLst>
              <a:path w="540385" h="2988310">
                <a:moveTo>
                  <a:pt x="540004" y="0"/>
                </a:moveTo>
                <a:lnTo>
                  <a:pt x="0" y="0"/>
                </a:lnTo>
                <a:lnTo>
                  <a:pt x="0" y="2987992"/>
                </a:lnTo>
                <a:lnTo>
                  <a:pt x="540004" y="2987992"/>
                </a:lnTo>
                <a:lnTo>
                  <a:pt x="540004" y="0"/>
                </a:lnTo>
                <a:close/>
              </a:path>
            </a:pathLst>
          </a:custGeom>
          <a:solidFill>
            <a:srgbClr val="E8D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Espace réservé pour une image  89">
            <a:extLst>
              <a:ext uri="{FF2B5EF4-FFF2-40B4-BE49-F238E27FC236}">
                <a16:creationId xmlns:a16="http://schemas.microsoft.com/office/drawing/2014/main" id="{DD4D3EE9-6092-1071-706C-5E442A3B5B34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533400" y="541186"/>
            <a:ext cx="2198103" cy="4061118"/>
          </a:xfrm>
        </p:spPr>
        <p:txBody>
          <a:bodyPr/>
          <a:lstStyle/>
          <a:p>
            <a:endParaRPr lang="fr-FR"/>
          </a:p>
        </p:txBody>
      </p:sp>
      <p:pic>
        <p:nvPicPr>
          <p:cNvPr id="22" name="Image 21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98193FC7-55B3-095B-8EEC-DBF2B6E0A5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pic>
        <p:nvPicPr>
          <p:cNvPr id="2" name="Espace réservé pour une image  7" descr="Une image contenant personne, habits, Visage humain, sourire&#10;&#10;Le contenu généré par l’IA peut être incorrect.">
            <a:extLst>
              <a:ext uri="{FF2B5EF4-FFF2-40B4-BE49-F238E27FC236}">
                <a16:creationId xmlns:a16="http://schemas.microsoft.com/office/drawing/2014/main" id="{9528A68B-83C1-2AD5-BD91-DDB7C039345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7" t="-90" r="21104" b="90"/>
          <a:stretch>
            <a:fillRect/>
          </a:stretch>
        </p:blipFill>
        <p:spPr>
          <a:xfrm>
            <a:off x="533400" y="541185"/>
            <a:ext cx="2198104" cy="406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363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E94F234-E42C-3145-F800-46F86EF1A17A}"/>
              </a:ext>
            </a:extLst>
          </p:cNvPr>
          <p:cNvSpPr/>
          <p:nvPr userDrawn="1"/>
        </p:nvSpPr>
        <p:spPr>
          <a:xfrm>
            <a:off x="7620000" y="0"/>
            <a:ext cx="15240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6" name="Espace réservé du texte 105">
            <a:extLst>
              <a:ext uri="{FF2B5EF4-FFF2-40B4-BE49-F238E27FC236}">
                <a16:creationId xmlns:a16="http://schemas.microsoft.com/office/drawing/2014/main" id="{AFC3790F-95A4-FE3A-9007-21495798CE32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555994" y="2296343"/>
            <a:ext cx="2873006" cy="27404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07" name="Espace réservé du texte 105">
            <a:extLst>
              <a:ext uri="{FF2B5EF4-FFF2-40B4-BE49-F238E27FC236}">
                <a16:creationId xmlns:a16="http://schemas.microsoft.com/office/drawing/2014/main" id="{47E54E45-A80B-F4EF-0528-1E66CA4C5FFE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429000" y="2303306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08" name="Espace réservé du texte 105">
            <a:extLst>
              <a:ext uri="{FF2B5EF4-FFF2-40B4-BE49-F238E27FC236}">
                <a16:creationId xmlns:a16="http://schemas.microsoft.com/office/drawing/2014/main" id="{E64ACC75-D2EF-FEC1-4D08-441A7B97984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55994" y="2749256"/>
            <a:ext cx="2873006" cy="27404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2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09" name="Espace réservé du texte 105">
            <a:extLst>
              <a:ext uri="{FF2B5EF4-FFF2-40B4-BE49-F238E27FC236}">
                <a16:creationId xmlns:a16="http://schemas.microsoft.com/office/drawing/2014/main" id="{D1CCC70D-372A-86D5-2597-8E5C0B36BAFF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3429000" y="2756219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10" name="Espace réservé du texte 105">
            <a:extLst>
              <a:ext uri="{FF2B5EF4-FFF2-40B4-BE49-F238E27FC236}">
                <a16:creationId xmlns:a16="http://schemas.microsoft.com/office/drawing/2014/main" id="{8D65A185-5084-FB2D-5067-F51092665620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55994" y="3209132"/>
            <a:ext cx="2873006" cy="27404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3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11" name="Espace réservé du texte 105">
            <a:extLst>
              <a:ext uri="{FF2B5EF4-FFF2-40B4-BE49-F238E27FC236}">
                <a16:creationId xmlns:a16="http://schemas.microsoft.com/office/drawing/2014/main" id="{BE029831-9CFB-95BE-3748-974465291047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429000" y="3216095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12" name="Espace réservé du texte 105">
            <a:extLst>
              <a:ext uri="{FF2B5EF4-FFF2-40B4-BE49-F238E27FC236}">
                <a16:creationId xmlns:a16="http://schemas.microsoft.com/office/drawing/2014/main" id="{B55C7AB3-52F6-62F3-B0E3-6A4F2520A19D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555994" y="3637780"/>
            <a:ext cx="2873006" cy="27404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4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13" name="Espace réservé du texte 105">
            <a:extLst>
              <a:ext uri="{FF2B5EF4-FFF2-40B4-BE49-F238E27FC236}">
                <a16:creationId xmlns:a16="http://schemas.microsoft.com/office/drawing/2014/main" id="{8E1AF094-4A70-E6FE-DF85-918DCDBB13FD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3429000" y="3644743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14" name="Espace réservé du texte 105">
            <a:extLst>
              <a:ext uri="{FF2B5EF4-FFF2-40B4-BE49-F238E27FC236}">
                <a16:creationId xmlns:a16="http://schemas.microsoft.com/office/drawing/2014/main" id="{76E4D111-CC39-D743-67B1-48B1B121E5A3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5219700" y="2296342"/>
            <a:ext cx="2856322" cy="27909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5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15" name="Espace réservé du texte 105">
            <a:extLst>
              <a:ext uri="{FF2B5EF4-FFF2-40B4-BE49-F238E27FC236}">
                <a16:creationId xmlns:a16="http://schemas.microsoft.com/office/drawing/2014/main" id="{F4FB5A0E-2175-5868-C394-6245612A9DEC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8076022" y="2306101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16" name="Espace réservé du texte 105">
            <a:extLst>
              <a:ext uri="{FF2B5EF4-FFF2-40B4-BE49-F238E27FC236}">
                <a16:creationId xmlns:a16="http://schemas.microsoft.com/office/drawing/2014/main" id="{E2E6260F-363A-57B7-23BF-D9123A1532F3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5219700" y="2749256"/>
            <a:ext cx="2856322" cy="27909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6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17" name="Espace réservé du texte 105">
            <a:extLst>
              <a:ext uri="{FF2B5EF4-FFF2-40B4-BE49-F238E27FC236}">
                <a16:creationId xmlns:a16="http://schemas.microsoft.com/office/drawing/2014/main" id="{25EA6477-4019-2F41-55A3-085B7971C8F4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8076022" y="2759015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18" name="Espace réservé du texte 105">
            <a:extLst>
              <a:ext uri="{FF2B5EF4-FFF2-40B4-BE49-F238E27FC236}">
                <a16:creationId xmlns:a16="http://schemas.microsoft.com/office/drawing/2014/main" id="{41E19886-1FCB-C0CB-B499-8B3BFA8EBEBD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5219700" y="3209132"/>
            <a:ext cx="2856322" cy="27909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7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19" name="Espace réservé du texte 105">
            <a:extLst>
              <a:ext uri="{FF2B5EF4-FFF2-40B4-BE49-F238E27FC236}">
                <a16:creationId xmlns:a16="http://schemas.microsoft.com/office/drawing/2014/main" id="{A40ED9E4-19CA-79F7-F897-80052FFF5A92}"/>
              </a:ext>
            </a:extLst>
          </p:cNvPr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076022" y="3218891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20" name="Espace réservé du texte 105">
            <a:extLst>
              <a:ext uri="{FF2B5EF4-FFF2-40B4-BE49-F238E27FC236}">
                <a16:creationId xmlns:a16="http://schemas.microsoft.com/office/drawing/2014/main" id="{0E31F892-7816-6952-89E6-B43965C4C226}"/>
              </a:ext>
            </a:extLst>
          </p:cNvPr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5219700" y="3637779"/>
            <a:ext cx="2856322" cy="279097"/>
          </a:xfrm>
        </p:spPr>
        <p:txBody>
          <a:bodyPr anchor="t" anchorCtr="0">
            <a:noAutofit/>
          </a:bodyPr>
          <a:lstStyle>
            <a:lvl1pPr marL="171446" indent="-171446">
              <a:buClr>
                <a:schemeClr val="accent5"/>
              </a:buClr>
              <a:buFont typeface="+mj-lt"/>
              <a:buAutoNum type="arabicPeriod" startAt="8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Titre partie ici</a:t>
            </a:r>
          </a:p>
        </p:txBody>
      </p:sp>
      <p:sp>
        <p:nvSpPr>
          <p:cNvPr id="121" name="Espace réservé du texte 105">
            <a:extLst>
              <a:ext uri="{FF2B5EF4-FFF2-40B4-BE49-F238E27FC236}">
                <a16:creationId xmlns:a16="http://schemas.microsoft.com/office/drawing/2014/main" id="{F99C2A6E-9E00-1A0F-0288-5D885C6AE328}"/>
              </a:ext>
            </a:extLst>
          </p:cNvPr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8076022" y="3647538"/>
            <a:ext cx="544040" cy="144780"/>
          </a:xfrm>
        </p:spPr>
        <p:txBody>
          <a:bodyPr anchor="t" anchorCtr="0">
            <a:noAutofit/>
          </a:bodyPr>
          <a:lstStyle>
            <a:lvl1pPr marL="0" indent="0" algn="r">
              <a:buClr>
                <a:schemeClr val="accent5"/>
              </a:buClr>
              <a:buFont typeface="Times New Roman" panose="02020603050405020304" pitchFamily="18" charset="0"/>
              <a:buNone/>
              <a:defRPr sz="1400" b="0" cap="none" baseline="0">
                <a:latin typeface="Roboto Black" panose="02000000000000000000" pitchFamily="2" charset="0"/>
                <a:ea typeface="Roboto Black" panose="02000000000000000000" pitchFamily="2" charset="0"/>
              </a:defRPr>
            </a:lvl1pPr>
          </a:lstStyle>
          <a:p>
            <a:pPr lvl="0"/>
            <a:r>
              <a:rPr lang="fr-FR"/>
              <a:t>p. ??</a:t>
            </a:r>
          </a:p>
        </p:txBody>
      </p:sp>
      <p:sp>
        <p:nvSpPr>
          <p:cNvPr id="125" name="Espace réservé du pied de page 124">
            <a:extLst>
              <a:ext uri="{FF2B5EF4-FFF2-40B4-BE49-F238E27FC236}">
                <a16:creationId xmlns:a16="http://schemas.microsoft.com/office/drawing/2014/main" id="{BF974446-D450-AF9B-B7CA-62F468FED316}"/>
              </a:ext>
            </a:extLst>
          </p:cNvPr>
          <p:cNvSpPr>
            <a:spLocks noGrp="1"/>
          </p:cNvSpPr>
          <p:nvPr userDrawn="1">
            <p:ph type="ftr" sz="quarter" idx="28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  <p:sp>
        <p:nvSpPr>
          <p:cNvPr id="126" name="Espace réservé du numéro de diapositive 125">
            <a:extLst>
              <a:ext uri="{FF2B5EF4-FFF2-40B4-BE49-F238E27FC236}">
                <a16:creationId xmlns:a16="http://schemas.microsoft.com/office/drawing/2014/main" id="{7C502C72-215E-C49D-2060-58E72CA97A3B}"/>
              </a:ext>
            </a:extLst>
          </p:cNvPr>
          <p:cNvSpPr>
            <a:spLocks noGrp="1"/>
          </p:cNvSpPr>
          <p:nvPr userDrawn="1">
            <p:ph type="sldNum" sz="quarter" idx="29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4" name="object 12">
            <a:extLst>
              <a:ext uri="{FF2B5EF4-FFF2-40B4-BE49-F238E27FC236}">
                <a16:creationId xmlns:a16="http://schemas.microsoft.com/office/drawing/2014/main" id="{51A9525E-DFC5-4ACE-9666-35BE515C9387}"/>
              </a:ext>
            </a:extLst>
          </p:cNvPr>
          <p:cNvSpPr/>
          <p:nvPr/>
        </p:nvSpPr>
        <p:spPr>
          <a:xfrm>
            <a:off x="0" y="-12"/>
            <a:ext cx="260350" cy="2570480"/>
          </a:xfrm>
          <a:custGeom>
            <a:avLst/>
            <a:gdLst/>
            <a:ahLst/>
            <a:cxnLst/>
            <a:rect l="l" t="t" r="r" b="b"/>
            <a:pathLst>
              <a:path w="260350" h="2570480">
                <a:moveTo>
                  <a:pt x="260311" y="0"/>
                </a:moveTo>
                <a:lnTo>
                  <a:pt x="0" y="0"/>
                </a:lnTo>
                <a:lnTo>
                  <a:pt x="0" y="2570403"/>
                </a:lnTo>
                <a:lnTo>
                  <a:pt x="260311" y="2570403"/>
                </a:lnTo>
                <a:lnTo>
                  <a:pt x="260311" y="0"/>
                </a:lnTo>
                <a:close/>
              </a:path>
            </a:pathLst>
          </a:custGeom>
          <a:solidFill>
            <a:srgbClr val="0030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3">
            <a:extLst>
              <a:ext uri="{FF2B5EF4-FFF2-40B4-BE49-F238E27FC236}">
                <a16:creationId xmlns:a16="http://schemas.microsoft.com/office/drawing/2014/main" id="{739E489F-EBE7-7CE1-8930-FB823BE693FF}"/>
              </a:ext>
            </a:extLst>
          </p:cNvPr>
          <p:cNvSpPr/>
          <p:nvPr/>
        </p:nvSpPr>
        <p:spPr>
          <a:xfrm>
            <a:off x="0" y="2570390"/>
            <a:ext cx="260350" cy="2570480"/>
          </a:xfrm>
          <a:custGeom>
            <a:avLst/>
            <a:gdLst/>
            <a:ahLst/>
            <a:cxnLst/>
            <a:rect l="l" t="t" r="r" b="b"/>
            <a:pathLst>
              <a:path w="260350" h="2570479">
                <a:moveTo>
                  <a:pt x="260311" y="0"/>
                </a:moveTo>
                <a:lnTo>
                  <a:pt x="0" y="0"/>
                </a:lnTo>
                <a:lnTo>
                  <a:pt x="0" y="2570403"/>
                </a:lnTo>
                <a:lnTo>
                  <a:pt x="260311" y="2570403"/>
                </a:lnTo>
                <a:lnTo>
                  <a:pt x="260311" y="0"/>
                </a:lnTo>
                <a:close/>
              </a:path>
            </a:pathLst>
          </a:custGeom>
          <a:solidFill>
            <a:srgbClr val="00AEE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Image 25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9C5B991F-6F2F-F8EC-033E-1CE0AE6B04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sp>
        <p:nvSpPr>
          <p:cNvPr id="27" name="Titre 26">
            <a:extLst>
              <a:ext uri="{FF2B5EF4-FFF2-40B4-BE49-F238E27FC236}">
                <a16:creationId xmlns:a16="http://schemas.microsoft.com/office/drawing/2014/main" id="{917B67AB-E45C-7BB4-6A94-FCC6F5893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438150"/>
            <a:ext cx="6610350" cy="925737"/>
          </a:xfrm>
        </p:spPr>
        <p:txBody>
          <a:bodyPr/>
          <a:lstStyle>
            <a:lvl1pPr>
              <a:defRPr sz="3500"/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514281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part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ECF011-D9F0-4847-2A8C-39F75C9914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0" y="2724150"/>
            <a:ext cx="3870060" cy="1153340"/>
          </a:xfrm>
        </p:spPr>
        <p:txBody>
          <a:bodyPr anchor="b" anchorCtr="0">
            <a:noAutofit/>
          </a:bodyPr>
          <a:lstStyle>
            <a:lvl1pPr>
              <a:defRPr sz="3000">
                <a:latin typeface="Roboto Bold" panose="02000000000000000000" pitchFamily="2" charset="0"/>
                <a:ea typeface="Roboto Bold" panose="02000000000000000000" pitchFamily="2" charset="0"/>
              </a:defRPr>
            </a:lvl1pPr>
          </a:lstStyle>
          <a:p>
            <a:r>
              <a:rPr lang="fr-FR"/>
              <a:t>Cliquez pour </a:t>
            </a:r>
            <a:br>
              <a:rPr lang="fr-FR"/>
            </a:br>
            <a:r>
              <a:rPr lang="fr-FR"/>
              <a:t>modifier le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FE5D49-97A3-75C7-8361-79FE27302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696FE2E-462E-B964-8974-C167AD4C84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200" y="1123950"/>
            <a:ext cx="2895600" cy="1378500"/>
          </a:xfrm>
        </p:spPr>
        <p:txBody>
          <a:bodyPr anchor="ctr" anchorCtr="0">
            <a:noAutofit/>
          </a:bodyPr>
          <a:lstStyle>
            <a:lvl1pPr>
              <a:defRPr sz="9000">
                <a:latin typeface="Roboto Thin" panose="02000000000000000000" pitchFamily="2" charset="0"/>
                <a:ea typeface="Roboto Thin" panose="02000000000000000000" pitchFamily="2" charset="0"/>
              </a:defRPr>
            </a:lvl1pPr>
          </a:lstStyle>
          <a:p>
            <a:pPr lvl="0"/>
            <a:r>
              <a:rPr lang="fr-FR"/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68042C-91C7-9E1B-DC50-E26BF7BB846F}"/>
              </a:ext>
            </a:extLst>
          </p:cNvPr>
          <p:cNvSpPr/>
          <p:nvPr userDrawn="1"/>
        </p:nvSpPr>
        <p:spPr>
          <a:xfrm>
            <a:off x="7620000" y="0"/>
            <a:ext cx="15240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CCEFD188-7B52-61F9-3B20-3871DFEB37C7}"/>
              </a:ext>
            </a:extLst>
          </p:cNvPr>
          <p:cNvSpPr/>
          <p:nvPr userDrawn="1"/>
        </p:nvSpPr>
        <p:spPr>
          <a:xfrm>
            <a:off x="539991" y="540003"/>
            <a:ext cx="1612900" cy="806450"/>
          </a:xfrm>
          <a:custGeom>
            <a:avLst/>
            <a:gdLst/>
            <a:ahLst/>
            <a:cxnLst/>
            <a:rect l="l" t="t" r="r" b="b"/>
            <a:pathLst>
              <a:path w="1612900" h="806450">
                <a:moveTo>
                  <a:pt x="806399" y="798728"/>
                </a:moveTo>
                <a:lnTo>
                  <a:pt x="804926" y="750074"/>
                </a:lnTo>
                <a:lnTo>
                  <a:pt x="800569" y="702183"/>
                </a:lnTo>
                <a:lnTo>
                  <a:pt x="793407" y="655154"/>
                </a:lnTo>
                <a:lnTo>
                  <a:pt x="783526" y="609066"/>
                </a:lnTo>
                <a:lnTo>
                  <a:pt x="771017" y="563994"/>
                </a:lnTo>
                <a:lnTo>
                  <a:pt x="755954" y="520026"/>
                </a:lnTo>
                <a:lnTo>
                  <a:pt x="738416" y="477253"/>
                </a:lnTo>
                <a:lnTo>
                  <a:pt x="718515" y="435737"/>
                </a:lnTo>
                <a:lnTo>
                  <a:pt x="696302" y="395592"/>
                </a:lnTo>
                <a:lnTo>
                  <a:pt x="671880" y="356882"/>
                </a:lnTo>
                <a:lnTo>
                  <a:pt x="645337" y="319697"/>
                </a:lnTo>
                <a:lnTo>
                  <a:pt x="616750" y="284111"/>
                </a:lnTo>
                <a:lnTo>
                  <a:pt x="586193" y="250228"/>
                </a:lnTo>
                <a:lnTo>
                  <a:pt x="553770" y="218109"/>
                </a:lnTo>
                <a:lnTo>
                  <a:pt x="519557" y="187845"/>
                </a:lnTo>
                <a:lnTo>
                  <a:pt x="483628" y="159524"/>
                </a:lnTo>
                <a:lnTo>
                  <a:pt x="446087" y="133235"/>
                </a:lnTo>
                <a:lnTo>
                  <a:pt x="407009" y="109042"/>
                </a:lnTo>
                <a:lnTo>
                  <a:pt x="366471" y="87058"/>
                </a:lnTo>
                <a:lnTo>
                  <a:pt x="324573" y="67335"/>
                </a:lnTo>
                <a:lnTo>
                  <a:pt x="281381" y="49974"/>
                </a:lnTo>
                <a:lnTo>
                  <a:pt x="236994" y="35052"/>
                </a:lnTo>
                <a:lnTo>
                  <a:pt x="191490" y="22656"/>
                </a:lnTo>
                <a:lnTo>
                  <a:pt x="144957" y="12865"/>
                </a:lnTo>
                <a:lnTo>
                  <a:pt x="97472" y="5778"/>
                </a:lnTo>
                <a:lnTo>
                  <a:pt x="49123" y="1460"/>
                </a:lnTo>
                <a:lnTo>
                  <a:pt x="0" y="0"/>
                </a:lnTo>
                <a:lnTo>
                  <a:pt x="0" y="806399"/>
                </a:lnTo>
                <a:lnTo>
                  <a:pt x="806208" y="806399"/>
                </a:lnTo>
                <a:lnTo>
                  <a:pt x="806399" y="798728"/>
                </a:lnTo>
                <a:close/>
              </a:path>
              <a:path w="1612900" h="806450">
                <a:moveTo>
                  <a:pt x="1612798" y="798728"/>
                </a:moveTo>
                <a:lnTo>
                  <a:pt x="1611325" y="750074"/>
                </a:lnTo>
                <a:lnTo>
                  <a:pt x="1606969" y="702183"/>
                </a:lnTo>
                <a:lnTo>
                  <a:pt x="1599806" y="655154"/>
                </a:lnTo>
                <a:lnTo>
                  <a:pt x="1589925" y="609066"/>
                </a:lnTo>
                <a:lnTo>
                  <a:pt x="1577416" y="563994"/>
                </a:lnTo>
                <a:lnTo>
                  <a:pt x="1562354" y="520026"/>
                </a:lnTo>
                <a:lnTo>
                  <a:pt x="1544815" y="477253"/>
                </a:lnTo>
                <a:lnTo>
                  <a:pt x="1524914" y="435737"/>
                </a:lnTo>
                <a:lnTo>
                  <a:pt x="1502702" y="395592"/>
                </a:lnTo>
                <a:lnTo>
                  <a:pt x="1478280" y="356882"/>
                </a:lnTo>
                <a:lnTo>
                  <a:pt x="1451737" y="319697"/>
                </a:lnTo>
                <a:lnTo>
                  <a:pt x="1423149" y="284111"/>
                </a:lnTo>
                <a:lnTo>
                  <a:pt x="1392593" y="250228"/>
                </a:lnTo>
                <a:lnTo>
                  <a:pt x="1360170" y="218109"/>
                </a:lnTo>
                <a:lnTo>
                  <a:pt x="1325956" y="187845"/>
                </a:lnTo>
                <a:lnTo>
                  <a:pt x="1290027" y="159524"/>
                </a:lnTo>
                <a:lnTo>
                  <a:pt x="1252486" y="133235"/>
                </a:lnTo>
                <a:lnTo>
                  <a:pt x="1213408" y="109042"/>
                </a:lnTo>
                <a:lnTo>
                  <a:pt x="1172870" y="87058"/>
                </a:lnTo>
                <a:lnTo>
                  <a:pt x="1130973" y="67335"/>
                </a:lnTo>
                <a:lnTo>
                  <a:pt x="1087780" y="49974"/>
                </a:lnTo>
                <a:lnTo>
                  <a:pt x="1043393" y="35052"/>
                </a:lnTo>
                <a:lnTo>
                  <a:pt x="997889" y="22656"/>
                </a:lnTo>
                <a:lnTo>
                  <a:pt x="951357" y="12865"/>
                </a:lnTo>
                <a:lnTo>
                  <a:pt x="903871" y="5778"/>
                </a:lnTo>
                <a:lnTo>
                  <a:pt x="855522" y="1460"/>
                </a:lnTo>
                <a:lnTo>
                  <a:pt x="806399" y="0"/>
                </a:lnTo>
                <a:lnTo>
                  <a:pt x="806399" y="798728"/>
                </a:lnTo>
                <a:lnTo>
                  <a:pt x="806399" y="806399"/>
                </a:lnTo>
                <a:lnTo>
                  <a:pt x="1612607" y="806399"/>
                </a:lnTo>
                <a:lnTo>
                  <a:pt x="1612798" y="798728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E514093A-5094-D8D6-C2B6-EC249AACCE59}"/>
              </a:ext>
            </a:extLst>
          </p:cNvPr>
          <p:cNvSpPr/>
          <p:nvPr userDrawn="1"/>
        </p:nvSpPr>
        <p:spPr>
          <a:xfrm>
            <a:off x="2152802" y="3794391"/>
            <a:ext cx="835660" cy="806450"/>
          </a:xfrm>
          <a:custGeom>
            <a:avLst/>
            <a:gdLst/>
            <a:ahLst/>
            <a:cxnLst/>
            <a:rect l="l" t="t" r="r" b="b"/>
            <a:pathLst>
              <a:path w="835660" h="806450">
                <a:moveTo>
                  <a:pt x="835202" y="0"/>
                </a:moveTo>
                <a:lnTo>
                  <a:pt x="0" y="0"/>
                </a:lnTo>
                <a:lnTo>
                  <a:pt x="0" y="806399"/>
                </a:lnTo>
                <a:lnTo>
                  <a:pt x="835202" y="806399"/>
                </a:lnTo>
                <a:lnTo>
                  <a:pt x="835202" y="0"/>
                </a:lnTo>
                <a:close/>
              </a:path>
            </a:pathLst>
          </a:custGeom>
          <a:solidFill>
            <a:srgbClr val="E8D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Image 8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1710EE12-1647-E901-C0AC-40AA73947D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60E539D7-2272-5F7F-5773-3A41F143A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9991" y="1346454"/>
            <a:ext cx="2448471" cy="2447937"/>
          </a:xfrm>
        </p:spPr>
        <p:txBody>
          <a:bodyPr/>
          <a:lstStyle/>
          <a:p>
            <a:endParaRPr lang="fr-FR"/>
          </a:p>
        </p:txBody>
      </p:sp>
      <p:pic>
        <p:nvPicPr>
          <p:cNvPr id="5" name="Espace réservé pour une image  7">
            <a:extLst>
              <a:ext uri="{FF2B5EF4-FFF2-40B4-BE49-F238E27FC236}">
                <a16:creationId xmlns:a16="http://schemas.microsoft.com/office/drawing/2014/main" id="{FD366B24-6D5A-0E2C-7FFD-A72BD2ADE3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647" r="7647"/>
          <a:stretch/>
        </p:blipFill>
        <p:spPr>
          <a:xfrm>
            <a:off x="539991" y="1346453"/>
            <a:ext cx="2448471" cy="244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65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part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ECF011-D9F0-4847-2A8C-39F75C9914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0" y="2724150"/>
            <a:ext cx="3870060" cy="1153340"/>
          </a:xfrm>
        </p:spPr>
        <p:txBody>
          <a:bodyPr anchor="b" anchorCtr="0">
            <a:noAutofit/>
          </a:bodyPr>
          <a:lstStyle>
            <a:lvl1pPr>
              <a:defRPr sz="3000">
                <a:latin typeface="Roboto Bold" panose="02000000000000000000" pitchFamily="2" charset="0"/>
                <a:ea typeface="Roboto Bold" panose="02000000000000000000" pitchFamily="2" charset="0"/>
              </a:defRPr>
            </a:lvl1pPr>
          </a:lstStyle>
          <a:p>
            <a:r>
              <a:rPr lang="fr-FR"/>
              <a:t>Cliquez pour </a:t>
            </a:r>
            <a:br>
              <a:rPr lang="fr-FR"/>
            </a:br>
            <a:r>
              <a:rPr lang="fr-FR"/>
              <a:t>modifier le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FE5D49-97A3-75C7-8361-79FE27302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696FE2E-462E-B964-8974-C167AD4C84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200" y="1123950"/>
            <a:ext cx="2895600" cy="1378500"/>
          </a:xfrm>
        </p:spPr>
        <p:txBody>
          <a:bodyPr anchor="ctr" anchorCtr="0">
            <a:noAutofit/>
          </a:bodyPr>
          <a:lstStyle>
            <a:lvl1pPr>
              <a:defRPr sz="9000">
                <a:latin typeface="Roboto Thin" panose="02000000000000000000" pitchFamily="2" charset="0"/>
                <a:ea typeface="Roboto Thin" panose="02000000000000000000" pitchFamily="2" charset="0"/>
              </a:defRPr>
            </a:lvl1pPr>
          </a:lstStyle>
          <a:p>
            <a:pPr lvl="0"/>
            <a:r>
              <a:rPr lang="fr-FR"/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68042C-91C7-9E1B-DC50-E26BF7BB846F}"/>
              </a:ext>
            </a:extLst>
          </p:cNvPr>
          <p:cNvSpPr/>
          <p:nvPr userDrawn="1"/>
        </p:nvSpPr>
        <p:spPr>
          <a:xfrm>
            <a:off x="7620000" y="0"/>
            <a:ext cx="15240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CCEFD188-7B52-61F9-3B20-3871DFEB37C7}"/>
              </a:ext>
            </a:extLst>
          </p:cNvPr>
          <p:cNvSpPr/>
          <p:nvPr userDrawn="1"/>
        </p:nvSpPr>
        <p:spPr>
          <a:xfrm>
            <a:off x="539991" y="540003"/>
            <a:ext cx="1612900" cy="806450"/>
          </a:xfrm>
          <a:custGeom>
            <a:avLst/>
            <a:gdLst/>
            <a:ahLst/>
            <a:cxnLst/>
            <a:rect l="l" t="t" r="r" b="b"/>
            <a:pathLst>
              <a:path w="1612900" h="806450">
                <a:moveTo>
                  <a:pt x="806399" y="798728"/>
                </a:moveTo>
                <a:lnTo>
                  <a:pt x="804926" y="750074"/>
                </a:lnTo>
                <a:lnTo>
                  <a:pt x="800569" y="702183"/>
                </a:lnTo>
                <a:lnTo>
                  <a:pt x="793407" y="655154"/>
                </a:lnTo>
                <a:lnTo>
                  <a:pt x="783526" y="609066"/>
                </a:lnTo>
                <a:lnTo>
                  <a:pt x="771017" y="563994"/>
                </a:lnTo>
                <a:lnTo>
                  <a:pt x="755954" y="520026"/>
                </a:lnTo>
                <a:lnTo>
                  <a:pt x="738416" y="477253"/>
                </a:lnTo>
                <a:lnTo>
                  <a:pt x="718515" y="435737"/>
                </a:lnTo>
                <a:lnTo>
                  <a:pt x="696302" y="395592"/>
                </a:lnTo>
                <a:lnTo>
                  <a:pt x="671880" y="356882"/>
                </a:lnTo>
                <a:lnTo>
                  <a:pt x="645337" y="319697"/>
                </a:lnTo>
                <a:lnTo>
                  <a:pt x="616750" y="284111"/>
                </a:lnTo>
                <a:lnTo>
                  <a:pt x="586193" y="250228"/>
                </a:lnTo>
                <a:lnTo>
                  <a:pt x="553770" y="218109"/>
                </a:lnTo>
                <a:lnTo>
                  <a:pt x="519557" y="187845"/>
                </a:lnTo>
                <a:lnTo>
                  <a:pt x="483628" y="159524"/>
                </a:lnTo>
                <a:lnTo>
                  <a:pt x="446087" y="133235"/>
                </a:lnTo>
                <a:lnTo>
                  <a:pt x="407009" y="109042"/>
                </a:lnTo>
                <a:lnTo>
                  <a:pt x="366471" y="87058"/>
                </a:lnTo>
                <a:lnTo>
                  <a:pt x="324573" y="67335"/>
                </a:lnTo>
                <a:lnTo>
                  <a:pt x="281381" y="49974"/>
                </a:lnTo>
                <a:lnTo>
                  <a:pt x="236994" y="35052"/>
                </a:lnTo>
                <a:lnTo>
                  <a:pt x="191490" y="22656"/>
                </a:lnTo>
                <a:lnTo>
                  <a:pt x="144957" y="12865"/>
                </a:lnTo>
                <a:lnTo>
                  <a:pt x="97472" y="5778"/>
                </a:lnTo>
                <a:lnTo>
                  <a:pt x="49123" y="1460"/>
                </a:lnTo>
                <a:lnTo>
                  <a:pt x="0" y="0"/>
                </a:lnTo>
                <a:lnTo>
                  <a:pt x="0" y="806399"/>
                </a:lnTo>
                <a:lnTo>
                  <a:pt x="806208" y="806399"/>
                </a:lnTo>
                <a:lnTo>
                  <a:pt x="806399" y="798728"/>
                </a:lnTo>
                <a:close/>
              </a:path>
              <a:path w="1612900" h="806450">
                <a:moveTo>
                  <a:pt x="1612798" y="798728"/>
                </a:moveTo>
                <a:lnTo>
                  <a:pt x="1611325" y="750074"/>
                </a:lnTo>
                <a:lnTo>
                  <a:pt x="1606969" y="702183"/>
                </a:lnTo>
                <a:lnTo>
                  <a:pt x="1599806" y="655154"/>
                </a:lnTo>
                <a:lnTo>
                  <a:pt x="1589925" y="609066"/>
                </a:lnTo>
                <a:lnTo>
                  <a:pt x="1577416" y="563994"/>
                </a:lnTo>
                <a:lnTo>
                  <a:pt x="1562354" y="520026"/>
                </a:lnTo>
                <a:lnTo>
                  <a:pt x="1544815" y="477253"/>
                </a:lnTo>
                <a:lnTo>
                  <a:pt x="1524914" y="435737"/>
                </a:lnTo>
                <a:lnTo>
                  <a:pt x="1502702" y="395592"/>
                </a:lnTo>
                <a:lnTo>
                  <a:pt x="1478280" y="356882"/>
                </a:lnTo>
                <a:lnTo>
                  <a:pt x="1451737" y="319697"/>
                </a:lnTo>
                <a:lnTo>
                  <a:pt x="1423149" y="284111"/>
                </a:lnTo>
                <a:lnTo>
                  <a:pt x="1392593" y="250228"/>
                </a:lnTo>
                <a:lnTo>
                  <a:pt x="1360170" y="218109"/>
                </a:lnTo>
                <a:lnTo>
                  <a:pt x="1325956" y="187845"/>
                </a:lnTo>
                <a:lnTo>
                  <a:pt x="1290027" y="159524"/>
                </a:lnTo>
                <a:lnTo>
                  <a:pt x="1252486" y="133235"/>
                </a:lnTo>
                <a:lnTo>
                  <a:pt x="1213408" y="109042"/>
                </a:lnTo>
                <a:lnTo>
                  <a:pt x="1172870" y="87058"/>
                </a:lnTo>
                <a:lnTo>
                  <a:pt x="1130973" y="67335"/>
                </a:lnTo>
                <a:lnTo>
                  <a:pt x="1087780" y="49974"/>
                </a:lnTo>
                <a:lnTo>
                  <a:pt x="1043393" y="35052"/>
                </a:lnTo>
                <a:lnTo>
                  <a:pt x="997889" y="22656"/>
                </a:lnTo>
                <a:lnTo>
                  <a:pt x="951357" y="12865"/>
                </a:lnTo>
                <a:lnTo>
                  <a:pt x="903871" y="5778"/>
                </a:lnTo>
                <a:lnTo>
                  <a:pt x="855522" y="1460"/>
                </a:lnTo>
                <a:lnTo>
                  <a:pt x="806399" y="0"/>
                </a:lnTo>
                <a:lnTo>
                  <a:pt x="806399" y="798728"/>
                </a:lnTo>
                <a:lnTo>
                  <a:pt x="806399" y="806399"/>
                </a:lnTo>
                <a:lnTo>
                  <a:pt x="1612607" y="806399"/>
                </a:lnTo>
                <a:lnTo>
                  <a:pt x="1612798" y="798728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E514093A-5094-D8D6-C2B6-EC249AACCE59}"/>
              </a:ext>
            </a:extLst>
          </p:cNvPr>
          <p:cNvSpPr/>
          <p:nvPr userDrawn="1"/>
        </p:nvSpPr>
        <p:spPr>
          <a:xfrm>
            <a:off x="2152802" y="3794391"/>
            <a:ext cx="835660" cy="806450"/>
          </a:xfrm>
          <a:custGeom>
            <a:avLst/>
            <a:gdLst/>
            <a:ahLst/>
            <a:cxnLst/>
            <a:rect l="l" t="t" r="r" b="b"/>
            <a:pathLst>
              <a:path w="835660" h="806450">
                <a:moveTo>
                  <a:pt x="835202" y="0"/>
                </a:moveTo>
                <a:lnTo>
                  <a:pt x="0" y="0"/>
                </a:lnTo>
                <a:lnTo>
                  <a:pt x="0" y="806399"/>
                </a:lnTo>
                <a:lnTo>
                  <a:pt x="835202" y="806399"/>
                </a:lnTo>
                <a:lnTo>
                  <a:pt x="835202" y="0"/>
                </a:lnTo>
                <a:close/>
              </a:path>
            </a:pathLst>
          </a:custGeom>
          <a:solidFill>
            <a:srgbClr val="E8D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Image 8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1710EE12-1647-E901-C0AC-40AA73947D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60E539D7-2272-5F7F-5773-3A41F143A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9991" y="1346454"/>
            <a:ext cx="2448471" cy="2447937"/>
          </a:xfrm>
        </p:spPr>
        <p:txBody>
          <a:bodyPr/>
          <a:lstStyle/>
          <a:p>
            <a:endParaRPr lang="fr-FR"/>
          </a:p>
        </p:txBody>
      </p:sp>
      <p:pic>
        <p:nvPicPr>
          <p:cNvPr id="5" name="Espace réservé pour une image  7">
            <a:extLst>
              <a:ext uri="{FF2B5EF4-FFF2-40B4-BE49-F238E27FC236}">
                <a16:creationId xmlns:a16="http://schemas.microsoft.com/office/drawing/2014/main" id="{FD366B24-6D5A-0E2C-7FFD-A72BD2ADE3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647" r="7647"/>
          <a:stretch/>
        </p:blipFill>
        <p:spPr>
          <a:xfrm>
            <a:off x="539991" y="1346453"/>
            <a:ext cx="2448471" cy="244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136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parti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ECF011-D9F0-4847-2A8C-39F75C9914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5200" y="2724150"/>
            <a:ext cx="3870060" cy="1153340"/>
          </a:xfrm>
        </p:spPr>
        <p:txBody>
          <a:bodyPr anchor="b" anchorCtr="0">
            <a:noAutofit/>
          </a:bodyPr>
          <a:lstStyle>
            <a:lvl1pPr>
              <a:defRPr sz="3000">
                <a:latin typeface="Roboto Bold" panose="02000000000000000000" pitchFamily="2" charset="0"/>
                <a:ea typeface="Roboto Bold" panose="02000000000000000000" pitchFamily="2" charset="0"/>
              </a:defRPr>
            </a:lvl1pPr>
          </a:lstStyle>
          <a:p>
            <a:r>
              <a:rPr lang="fr-FR"/>
              <a:t>Cliquez pour </a:t>
            </a:r>
            <a:br>
              <a:rPr lang="fr-FR"/>
            </a:br>
            <a:r>
              <a:rPr lang="fr-FR"/>
              <a:t>modifier le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FE5D49-97A3-75C7-8361-79FE27302D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5D09D0-C788-9797-D7A7-47DB0594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696FE2E-462E-B964-8974-C167AD4C84D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200" y="1123950"/>
            <a:ext cx="2895600" cy="1378500"/>
          </a:xfrm>
        </p:spPr>
        <p:txBody>
          <a:bodyPr anchor="ctr" anchorCtr="0">
            <a:noAutofit/>
          </a:bodyPr>
          <a:lstStyle>
            <a:lvl1pPr>
              <a:defRPr sz="9000">
                <a:latin typeface="Roboto Thin" panose="02000000000000000000" pitchFamily="2" charset="0"/>
                <a:ea typeface="Roboto Thin" panose="02000000000000000000" pitchFamily="2" charset="0"/>
              </a:defRPr>
            </a:lvl1pPr>
          </a:lstStyle>
          <a:p>
            <a:pPr lvl="0"/>
            <a:r>
              <a:rPr lang="fr-FR"/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68042C-91C7-9E1B-DC50-E26BF7BB846F}"/>
              </a:ext>
            </a:extLst>
          </p:cNvPr>
          <p:cNvSpPr/>
          <p:nvPr userDrawn="1"/>
        </p:nvSpPr>
        <p:spPr>
          <a:xfrm>
            <a:off x="7620000" y="0"/>
            <a:ext cx="1524000" cy="800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object 9">
            <a:extLst>
              <a:ext uri="{FF2B5EF4-FFF2-40B4-BE49-F238E27FC236}">
                <a16:creationId xmlns:a16="http://schemas.microsoft.com/office/drawing/2014/main" id="{CCEFD188-7B52-61F9-3B20-3871DFEB37C7}"/>
              </a:ext>
            </a:extLst>
          </p:cNvPr>
          <p:cNvSpPr/>
          <p:nvPr userDrawn="1"/>
        </p:nvSpPr>
        <p:spPr>
          <a:xfrm>
            <a:off x="539991" y="540003"/>
            <a:ext cx="1612900" cy="806450"/>
          </a:xfrm>
          <a:custGeom>
            <a:avLst/>
            <a:gdLst/>
            <a:ahLst/>
            <a:cxnLst/>
            <a:rect l="l" t="t" r="r" b="b"/>
            <a:pathLst>
              <a:path w="1612900" h="806450">
                <a:moveTo>
                  <a:pt x="806399" y="798728"/>
                </a:moveTo>
                <a:lnTo>
                  <a:pt x="804926" y="750074"/>
                </a:lnTo>
                <a:lnTo>
                  <a:pt x="800569" y="702183"/>
                </a:lnTo>
                <a:lnTo>
                  <a:pt x="793407" y="655154"/>
                </a:lnTo>
                <a:lnTo>
                  <a:pt x="783526" y="609066"/>
                </a:lnTo>
                <a:lnTo>
                  <a:pt x="771017" y="563994"/>
                </a:lnTo>
                <a:lnTo>
                  <a:pt x="755954" y="520026"/>
                </a:lnTo>
                <a:lnTo>
                  <a:pt x="738416" y="477253"/>
                </a:lnTo>
                <a:lnTo>
                  <a:pt x="718515" y="435737"/>
                </a:lnTo>
                <a:lnTo>
                  <a:pt x="696302" y="395592"/>
                </a:lnTo>
                <a:lnTo>
                  <a:pt x="671880" y="356882"/>
                </a:lnTo>
                <a:lnTo>
                  <a:pt x="645337" y="319697"/>
                </a:lnTo>
                <a:lnTo>
                  <a:pt x="616750" y="284111"/>
                </a:lnTo>
                <a:lnTo>
                  <a:pt x="586193" y="250228"/>
                </a:lnTo>
                <a:lnTo>
                  <a:pt x="553770" y="218109"/>
                </a:lnTo>
                <a:lnTo>
                  <a:pt x="519557" y="187845"/>
                </a:lnTo>
                <a:lnTo>
                  <a:pt x="483628" y="159524"/>
                </a:lnTo>
                <a:lnTo>
                  <a:pt x="446087" y="133235"/>
                </a:lnTo>
                <a:lnTo>
                  <a:pt x="407009" y="109042"/>
                </a:lnTo>
                <a:lnTo>
                  <a:pt x="366471" y="87058"/>
                </a:lnTo>
                <a:lnTo>
                  <a:pt x="324573" y="67335"/>
                </a:lnTo>
                <a:lnTo>
                  <a:pt x="281381" y="49974"/>
                </a:lnTo>
                <a:lnTo>
                  <a:pt x="236994" y="35052"/>
                </a:lnTo>
                <a:lnTo>
                  <a:pt x="191490" y="22656"/>
                </a:lnTo>
                <a:lnTo>
                  <a:pt x="144957" y="12865"/>
                </a:lnTo>
                <a:lnTo>
                  <a:pt x="97472" y="5778"/>
                </a:lnTo>
                <a:lnTo>
                  <a:pt x="49123" y="1460"/>
                </a:lnTo>
                <a:lnTo>
                  <a:pt x="0" y="0"/>
                </a:lnTo>
                <a:lnTo>
                  <a:pt x="0" y="806399"/>
                </a:lnTo>
                <a:lnTo>
                  <a:pt x="806208" y="806399"/>
                </a:lnTo>
                <a:lnTo>
                  <a:pt x="806399" y="798728"/>
                </a:lnTo>
                <a:close/>
              </a:path>
              <a:path w="1612900" h="806450">
                <a:moveTo>
                  <a:pt x="1612798" y="798728"/>
                </a:moveTo>
                <a:lnTo>
                  <a:pt x="1611325" y="750074"/>
                </a:lnTo>
                <a:lnTo>
                  <a:pt x="1606969" y="702183"/>
                </a:lnTo>
                <a:lnTo>
                  <a:pt x="1599806" y="655154"/>
                </a:lnTo>
                <a:lnTo>
                  <a:pt x="1589925" y="609066"/>
                </a:lnTo>
                <a:lnTo>
                  <a:pt x="1577416" y="563994"/>
                </a:lnTo>
                <a:lnTo>
                  <a:pt x="1562354" y="520026"/>
                </a:lnTo>
                <a:lnTo>
                  <a:pt x="1544815" y="477253"/>
                </a:lnTo>
                <a:lnTo>
                  <a:pt x="1524914" y="435737"/>
                </a:lnTo>
                <a:lnTo>
                  <a:pt x="1502702" y="395592"/>
                </a:lnTo>
                <a:lnTo>
                  <a:pt x="1478280" y="356882"/>
                </a:lnTo>
                <a:lnTo>
                  <a:pt x="1451737" y="319697"/>
                </a:lnTo>
                <a:lnTo>
                  <a:pt x="1423149" y="284111"/>
                </a:lnTo>
                <a:lnTo>
                  <a:pt x="1392593" y="250228"/>
                </a:lnTo>
                <a:lnTo>
                  <a:pt x="1360170" y="218109"/>
                </a:lnTo>
                <a:lnTo>
                  <a:pt x="1325956" y="187845"/>
                </a:lnTo>
                <a:lnTo>
                  <a:pt x="1290027" y="159524"/>
                </a:lnTo>
                <a:lnTo>
                  <a:pt x="1252486" y="133235"/>
                </a:lnTo>
                <a:lnTo>
                  <a:pt x="1213408" y="109042"/>
                </a:lnTo>
                <a:lnTo>
                  <a:pt x="1172870" y="87058"/>
                </a:lnTo>
                <a:lnTo>
                  <a:pt x="1130973" y="67335"/>
                </a:lnTo>
                <a:lnTo>
                  <a:pt x="1087780" y="49974"/>
                </a:lnTo>
                <a:lnTo>
                  <a:pt x="1043393" y="35052"/>
                </a:lnTo>
                <a:lnTo>
                  <a:pt x="997889" y="22656"/>
                </a:lnTo>
                <a:lnTo>
                  <a:pt x="951357" y="12865"/>
                </a:lnTo>
                <a:lnTo>
                  <a:pt x="903871" y="5778"/>
                </a:lnTo>
                <a:lnTo>
                  <a:pt x="855522" y="1460"/>
                </a:lnTo>
                <a:lnTo>
                  <a:pt x="806399" y="0"/>
                </a:lnTo>
                <a:lnTo>
                  <a:pt x="806399" y="798728"/>
                </a:lnTo>
                <a:lnTo>
                  <a:pt x="806399" y="806399"/>
                </a:lnTo>
                <a:lnTo>
                  <a:pt x="1612607" y="806399"/>
                </a:lnTo>
                <a:lnTo>
                  <a:pt x="1612798" y="798728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0">
            <a:extLst>
              <a:ext uri="{FF2B5EF4-FFF2-40B4-BE49-F238E27FC236}">
                <a16:creationId xmlns:a16="http://schemas.microsoft.com/office/drawing/2014/main" id="{E514093A-5094-D8D6-C2B6-EC249AACCE59}"/>
              </a:ext>
            </a:extLst>
          </p:cNvPr>
          <p:cNvSpPr/>
          <p:nvPr userDrawn="1"/>
        </p:nvSpPr>
        <p:spPr>
          <a:xfrm>
            <a:off x="2152802" y="3794391"/>
            <a:ext cx="835660" cy="806450"/>
          </a:xfrm>
          <a:custGeom>
            <a:avLst/>
            <a:gdLst/>
            <a:ahLst/>
            <a:cxnLst/>
            <a:rect l="l" t="t" r="r" b="b"/>
            <a:pathLst>
              <a:path w="835660" h="806450">
                <a:moveTo>
                  <a:pt x="835202" y="0"/>
                </a:moveTo>
                <a:lnTo>
                  <a:pt x="0" y="0"/>
                </a:lnTo>
                <a:lnTo>
                  <a:pt x="0" y="806399"/>
                </a:lnTo>
                <a:lnTo>
                  <a:pt x="835202" y="806399"/>
                </a:lnTo>
                <a:lnTo>
                  <a:pt x="835202" y="0"/>
                </a:lnTo>
                <a:close/>
              </a:path>
            </a:pathLst>
          </a:custGeom>
          <a:solidFill>
            <a:srgbClr val="E8D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9" name="Image 8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1710EE12-1647-E901-C0AC-40AA73947D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sp>
        <p:nvSpPr>
          <p:cNvPr id="10" name="Espace réservé pour une image  9">
            <a:extLst>
              <a:ext uri="{FF2B5EF4-FFF2-40B4-BE49-F238E27FC236}">
                <a16:creationId xmlns:a16="http://schemas.microsoft.com/office/drawing/2014/main" id="{60E539D7-2272-5F7F-5773-3A41F143A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9991" y="1346454"/>
            <a:ext cx="2448471" cy="2447937"/>
          </a:xfrm>
        </p:spPr>
        <p:txBody>
          <a:bodyPr/>
          <a:lstStyle/>
          <a:p>
            <a:endParaRPr lang="fr-FR"/>
          </a:p>
        </p:txBody>
      </p:sp>
      <p:pic>
        <p:nvPicPr>
          <p:cNvPr id="5" name="Espace réservé pour une image  7">
            <a:extLst>
              <a:ext uri="{FF2B5EF4-FFF2-40B4-BE49-F238E27FC236}">
                <a16:creationId xmlns:a16="http://schemas.microsoft.com/office/drawing/2014/main" id="{FD366B24-6D5A-0E2C-7FFD-A72BD2ADE35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7647" r="7647"/>
          <a:stretch/>
        </p:blipFill>
        <p:spPr>
          <a:xfrm>
            <a:off x="539991" y="1346453"/>
            <a:ext cx="2448471" cy="244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387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u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78C4E6-BB2A-1515-1203-534297937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  <p:sp>
        <p:nvSpPr>
          <p:cNvPr id="5" name="Espace réservé du texte 11">
            <a:extLst>
              <a:ext uri="{FF2B5EF4-FFF2-40B4-BE49-F238E27FC236}">
                <a16:creationId xmlns:a16="http://schemas.microsoft.com/office/drawing/2014/main" id="{B9E89C33-9F7B-B54F-C142-EFACF9FCAF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" y="1352550"/>
            <a:ext cx="7989376" cy="32438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buFont typeface="Arial" panose="020B0604020202020204" pitchFamily="34" charset="0"/>
              <a:buNone/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355600" indent="-169863"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625475" indent="-169863">
              <a:buFont typeface="Wingdings" panose="05000000000000000000" pitchFamily="2" charset="2"/>
              <a:buChar char="ü"/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 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7509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-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78C4E6-BB2A-1515-1203-534297937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</p:spTree>
    <p:extLst>
      <p:ext uri="{BB962C8B-B14F-4D97-AF65-F5344CB8AC3E}">
        <p14:creationId xmlns:p14="http://schemas.microsoft.com/office/powerpoint/2010/main" val="1867355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:a16="http://schemas.microsoft.com/office/drawing/2014/main" id="{10ABCF8B-9D49-DCB1-47AD-F507F3159BAD}"/>
              </a:ext>
            </a:extLst>
          </p:cNvPr>
          <p:cNvSpPr/>
          <p:nvPr userDrawn="1"/>
        </p:nvSpPr>
        <p:spPr>
          <a:xfrm>
            <a:off x="538675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F0DB024A-E023-95B8-0A52-384CC4439887}"/>
              </a:ext>
            </a:extLst>
          </p:cNvPr>
          <p:cNvSpPr/>
          <p:nvPr userDrawn="1"/>
        </p:nvSpPr>
        <p:spPr>
          <a:xfrm>
            <a:off x="3330108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18107B72-76A4-39CA-6BBC-5ED7150AA812}"/>
              </a:ext>
            </a:extLst>
          </p:cNvPr>
          <p:cNvSpPr/>
          <p:nvPr userDrawn="1"/>
        </p:nvSpPr>
        <p:spPr>
          <a:xfrm>
            <a:off x="6121541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6" name="Espace réservé du texte 35">
            <a:extLst>
              <a:ext uri="{FF2B5EF4-FFF2-40B4-BE49-F238E27FC236}">
                <a16:creationId xmlns:a16="http://schemas.microsoft.com/office/drawing/2014/main" id="{021D7BB4-BA97-15AC-44BD-A45FE0639B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4144" y="1676337"/>
            <a:ext cx="2420495" cy="2600681"/>
          </a:xfrm>
          <a:prstGeom prst="rect">
            <a:avLst/>
          </a:prstGeom>
        </p:spPr>
        <p:txBody>
          <a:bodyPr/>
          <a:lstStyle>
            <a:lvl1pPr>
              <a:defRPr sz="1400" b="0" cap="none" baseline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355600" indent="-169863">
              <a:buFont typeface="Times New Roman" panose="02020603050405020304" pitchFamily="18" charset="0"/>
              <a:buChar char="→"/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538163" indent="-169863">
              <a:buFont typeface="Wingdings" panose="05000000000000000000" pitchFamily="2" charset="2"/>
              <a:buChar char="ü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fr-FR"/>
              <a:t>Cliquez pour modifier </a:t>
            </a:r>
            <a:br>
              <a:rPr lang="fr-FR"/>
            </a:br>
            <a:r>
              <a:rPr lang="fr-FR"/>
              <a:t>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54" name="Espace réservé du pied de page 53">
            <a:extLst>
              <a:ext uri="{FF2B5EF4-FFF2-40B4-BE49-F238E27FC236}">
                <a16:creationId xmlns:a16="http://schemas.microsoft.com/office/drawing/2014/main" id="{6071AE48-3798-4B3E-2DBB-784904DF6AE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5" name="Espace réservé du numéro de diapositive 54">
            <a:extLst>
              <a:ext uri="{FF2B5EF4-FFF2-40B4-BE49-F238E27FC236}">
                <a16:creationId xmlns:a16="http://schemas.microsoft.com/office/drawing/2014/main" id="{391B25DF-AAF5-9BCE-022C-031BDAFAA0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58" name="Espace réservé du texte 35">
            <a:extLst>
              <a:ext uri="{FF2B5EF4-FFF2-40B4-BE49-F238E27FC236}">
                <a16:creationId xmlns:a16="http://schemas.microsoft.com/office/drawing/2014/main" id="{DFDDC45F-E6B0-DF04-4F24-AA0E7283E5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5577" y="1678980"/>
            <a:ext cx="2420495" cy="2598036"/>
          </a:xfrm>
          <a:prstGeom prst="rect">
            <a:avLst/>
          </a:prstGeom>
        </p:spPr>
        <p:txBody>
          <a:bodyPr/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71446" indent="-171446">
              <a:buClr>
                <a:schemeClr val="accent5"/>
              </a:buClr>
              <a:buFont typeface="Arial" panose="020B0604020202020204" pitchFamily="34" charset="0"/>
              <a:buChar char="•"/>
              <a:defRPr lang="fr-FR" sz="1200" b="0" cap="none" baseline="0" dirty="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351442" indent="-171446">
              <a:buFont typeface="Arial" panose="020B0604020202020204" pitchFamily="34" charset="0"/>
              <a:buChar char="•"/>
              <a:defRPr lang="fr-FR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fr-FR"/>
              <a:t>Cliquez pour modifier </a:t>
            </a:r>
            <a:br>
              <a:rPr lang="fr-FR"/>
            </a:br>
            <a:r>
              <a:rPr lang="fr-FR"/>
              <a:t>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marL="355600" lvl="2" indent="-169863">
              <a:buClr>
                <a:schemeClr val="accent5"/>
              </a:buClr>
              <a:buFont typeface="Times New Roman" panose="02020603050405020304" pitchFamily="18" charset="0"/>
              <a:buChar char="→"/>
            </a:pPr>
            <a:r>
              <a:rPr lang="fr-FR"/>
              <a:t>Troisième niveau</a:t>
            </a:r>
          </a:p>
          <a:p>
            <a:pPr marL="538163" lvl="3" indent="-169863">
              <a:buClr>
                <a:schemeClr val="accent5"/>
              </a:buClr>
              <a:buFont typeface="Wingdings" panose="05000000000000000000" pitchFamily="2" charset="2"/>
              <a:buChar char="ü"/>
            </a:pPr>
            <a:r>
              <a:rPr lang="fr-FR"/>
              <a:t>Quatrième niveau</a:t>
            </a:r>
          </a:p>
        </p:txBody>
      </p:sp>
      <p:sp>
        <p:nvSpPr>
          <p:cNvPr id="59" name="Espace réservé du texte 35">
            <a:extLst>
              <a:ext uri="{FF2B5EF4-FFF2-40B4-BE49-F238E27FC236}">
                <a16:creationId xmlns:a16="http://schemas.microsoft.com/office/drawing/2014/main" id="{4210277C-2A66-C749-F50A-FAA3F137C6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07008" y="1676337"/>
            <a:ext cx="2420495" cy="2600681"/>
          </a:xfrm>
          <a:prstGeom prst="rect">
            <a:avLst/>
          </a:prstGeom>
        </p:spPr>
        <p:txBody>
          <a:bodyPr/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171446" indent="-171446">
              <a:buClr>
                <a:schemeClr val="accent5"/>
              </a:buClr>
              <a:buFont typeface="Arial" panose="020B0604020202020204" pitchFamily="34" charset="0"/>
              <a:buChar char="•"/>
              <a:defRPr lang="fr-FR" sz="1200" b="0" cap="none" baseline="0" dirty="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351442" indent="-171446">
              <a:buFont typeface="Arial" panose="020B0604020202020204" pitchFamily="34" charset="0"/>
              <a:buChar char="•"/>
              <a:defRPr lang="fr-FR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fr-FR"/>
              <a:t>Cliquez pour modifier </a:t>
            </a:r>
            <a:br>
              <a:rPr lang="fr-FR"/>
            </a:br>
            <a:r>
              <a:rPr lang="fr-FR"/>
              <a:t>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marL="355600" lvl="2" indent="-169863">
              <a:buClr>
                <a:schemeClr val="accent5"/>
              </a:buClr>
              <a:buFont typeface="Times New Roman" panose="02020603050405020304" pitchFamily="18" charset="0"/>
              <a:buChar char="→"/>
            </a:pPr>
            <a:r>
              <a:rPr lang="fr-FR"/>
              <a:t>Troisième niveau</a:t>
            </a:r>
          </a:p>
          <a:p>
            <a:pPr marL="538163" lvl="3" indent="-169863">
              <a:buClr>
                <a:schemeClr val="accent5"/>
              </a:buClr>
              <a:buFont typeface="Wingdings" panose="05000000000000000000" pitchFamily="2" charset="2"/>
              <a:buChar char="ü"/>
            </a:pPr>
            <a:r>
              <a:rPr lang="fr-FR"/>
              <a:t>Quatrième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8F37916-2FC1-A62B-278F-6266F2663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285386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:a16="http://schemas.microsoft.com/office/drawing/2014/main" id="{10ABCF8B-9D49-DCB1-47AD-F507F3159BAD}"/>
              </a:ext>
            </a:extLst>
          </p:cNvPr>
          <p:cNvSpPr/>
          <p:nvPr userDrawn="1"/>
        </p:nvSpPr>
        <p:spPr>
          <a:xfrm>
            <a:off x="538675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Espace réservé du texte 35">
            <a:extLst>
              <a:ext uri="{FF2B5EF4-FFF2-40B4-BE49-F238E27FC236}">
                <a16:creationId xmlns:a16="http://schemas.microsoft.com/office/drawing/2014/main" id="{021D7BB4-BA97-15AC-44BD-A45FE0639B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3708" y="1676337"/>
            <a:ext cx="4706495" cy="2600681"/>
          </a:xfrm>
          <a:prstGeom prst="rect">
            <a:avLst/>
          </a:prstGeom>
        </p:spPr>
        <p:txBody>
          <a:bodyPr/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lang="fr-FR" sz="12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355600" indent="-169863">
              <a:buFont typeface="Times New Roman" panose="02020603050405020304" pitchFamily="18" charset="0"/>
              <a:buChar char="→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538163" indent="-169863">
              <a:buFont typeface="Wingdings" panose="05000000000000000000" pitchFamily="2" charset="2"/>
              <a:buChar char="ü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marL="0" lvl="0"/>
            <a:r>
              <a:rPr lang="fr-FR"/>
              <a:t>Cliquez pour modifier 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54" name="Espace réservé du pied de page 53">
            <a:extLst>
              <a:ext uri="{FF2B5EF4-FFF2-40B4-BE49-F238E27FC236}">
                <a16:creationId xmlns:a16="http://schemas.microsoft.com/office/drawing/2014/main" id="{6071AE48-3798-4B3E-2DBB-784904DF6AE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</a:p>
        </p:txBody>
      </p:sp>
      <p:sp>
        <p:nvSpPr>
          <p:cNvPr id="55" name="Espace réservé du numéro de diapositive 54">
            <a:extLst>
              <a:ext uri="{FF2B5EF4-FFF2-40B4-BE49-F238E27FC236}">
                <a16:creationId xmlns:a16="http://schemas.microsoft.com/office/drawing/2014/main" id="{391B25DF-AAF5-9BCE-022C-031BDAFAA0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DB92B57-7DFD-D1E2-7312-D2CC485C0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7">
            <a:extLst>
              <a:ext uri="{FF2B5EF4-FFF2-40B4-BE49-F238E27FC236}">
                <a16:creationId xmlns:a16="http://schemas.microsoft.com/office/drawing/2014/main" id="{C238880B-D635-9C63-7125-A57ACC43344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27848" y="1386776"/>
            <a:ext cx="2776149" cy="3214370"/>
          </a:xfr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7631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C347D6D-18B2-F726-E6ED-ED308011FF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F210E11-5AD9-CBD3-751C-9E0A26E5EB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4B151FC6-C560-C453-6BFC-E362236F5D83}"/>
              </a:ext>
            </a:extLst>
          </p:cNvPr>
          <p:cNvSpPr/>
          <p:nvPr userDrawn="1"/>
        </p:nvSpPr>
        <p:spPr>
          <a:xfrm>
            <a:off x="538675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 sz="3600"/>
          </a:p>
        </p:txBody>
      </p:sp>
      <p:sp>
        <p:nvSpPr>
          <p:cNvPr id="12" name="Espace réservé du texte 35">
            <a:extLst>
              <a:ext uri="{FF2B5EF4-FFF2-40B4-BE49-F238E27FC236}">
                <a16:creationId xmlns:a16="http://schemas.microsoft.com/office/drawing/2014/main" id="{69D18321-49D4-CD25-7C98-8147F235FCE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706" y="1676337"/>
            <a:ext cx="3639693" cy="2600681"/>
          </a:xfrm>
          <a:prstGeom prst="rect">
            <a:avLst/>
          </a:prstGeom>
        </p:spPr>
        <p:txBody>
          <a:bodyPr/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lang="fr-FR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355600" indent="-169863">
              <a:buFont typeface="Times New Roman" panose="02020603050405020304" pitchFamily="18" charset="0"/>
              <a:buChar char="→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538163" indent="-169863">
              <a:buFont typeface="Wingdings" panose="05000000000000000000" pitchFamily="2" charset="2"/>
              <a:buChar char="ü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marL="0" lvl="0"/>
            <a:r>
              <a:rPr lang="fr-FR"/>
              <a:t>Cliquez pour modifier les styles </a:t>
            </a:r>
            <a:br>
              <a:rPr lang="fr-FR"/>
            </a:br>
            <a:r>
              <a:rPr lang="fr-FR"/>
              <a:t>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7BE3115B-6BA7-5A00-B8A0-6D4E1F14BAF7}"/>
              </a:ext>
            </a:extLst>
          </p:cNvPr>
          <p:cNvSpPr/>
          <p:nvPr userDrawn="1"/>
        </p:nvSpPr>
        <p:spPr>
          <a:xfrm>
            <a:off x="4729678" y="1660500"/>
            <a:ext cx="0" cy="2616518"/>
          </a:xfrm>
          <a:custGeom>
            <a:avLst/>
            <a:gdLst/>
            <a:ahLst/>
            <a:cxnLst/>
            <a:rect l="l" t="t" r="r" b="b"/>
            <a:pathLst>
              <a:path h="3488690">
                <a:moveTo>
                  <a:pt x="0" y="0"/>
                </a:moveTo>
                <a:lnTo>
                  <a:pt x="0" y="3488677"/>
                </a:lnTo>
              </a:path>
            </a:pathLst>
          </a:custGeom>
          <a:ln w="12700">
            <a:solidFill>
              <a:srgbClr val="E5D1AA"/>
            </a:solidFill>
          </a:ln>
        </p:spPr>
        <p:txBody>
          <a:bodyPr wrap="square" lIns="0" tIns="0" rIns="0" bIns="0" rtlCol="0"/>
          <a:lstStyle/>
          <a:p>
            <a:endParaRPr sz="3600"/>
          </a:p>
        </p:txBody>
      </p:sp>
      <p:sp>
        <p:nvSpPr>
          <p:cNvPr id="14" name="Espace réservé du texte 35">
            <a:extLst>
              <a:ext uri="{FF2B5EF4-FFF2-40B4-BE49-F238E27FC236}">
                <a16:creationId xmlns:a16="http://schemas.microsoft.com/office/drawing/2014/main" id="{9A4705F5-9F76-569D-8520-B447AD2884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4710" y="1676337"/>
            <a:ext cx="3639693" cy="2600681"/>
          </a:xfrm>
          <a:prstGeom prst="rect">
            <a:avLst/>
          </a:prstGeom>
        </p:spPr>
        <p:txBody>
          <a:bodyPr/>
          <a:lstStyle>
            <a:lvl1pPr>
              <a:defRPr lang="fr-FR" sz="1400" b="0" cap="none" baseline="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>
              <a:defRPr lang="fr-FR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355600" indent="-169863">
              <a:buFont typeface="Times New Roman" panose="02020603050405020304" pitchFamily="18" charset="0"/>
              <a:buChar char="→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538163" indent="-169863">
              <a:buFont typeface="Wingdings" panose="05000000000000000000" pitchFamily="2" charset="2"/>
              <a:buChar char="ü"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marL="0" lvl="0"/>
            <a:r>
              <a:rPr lang="fr-FR"/>
              <a:t>Cliquez pour modifier les styles </a:t>
            </a:r>
            <a:br>
              <a:rPr lang="fr-FR"/>
            </a:br>
            <a:r>
              <a:rPr lang="fr-FR"/>
              <a:t>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78B762-6A11-1EA5-75A7-21E4BA211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415333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space réservé pour une image  14">
            <a:extLst>
              <a:ext uri="{FF2B5EF4-FFF2-40B4-BE49-F238E27FC236}">
                <a16:creationId xmlns:a16="http://schemas.microsoft.com/office/drawing/2014/main" id="{E9A31D0E-43FF-8E56-EE40-5C7AD56B93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51992" y="539991"/>
            <a:ext cx="6432550" cy="4060825"/>
          </a:xfrm>
        </p:spPr>
        <p:txBody>
          <a:bodyPr/>
          <a:lstStyle/>
          <a:p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DFB6A741-EC1D-A0C0-90DB-2644454112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9362B28A-24FA-EA61-797D-F9031AF2EF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object 12">
            <a:extLst>
              <a:ext uri="{FF2B5EF4-FFF2-40B4-BE49-F238E27FC236}">
                <a16:creationId xmlns:a16="http://schemas.microsoft.com/office/drawing/2014/main" id="{BE6E5EEF-5B45-4175-15E6-9C384CE51260}"/>
              </a:ext>
            </a:extLst>
          </p:cNvPr>
          <p:cNvSpPr/>
          <p:nvPr userDrawn="1"/>
        </p:nvSpPr>
        <p:spPr>
          <a:xfrm>
            <a:off x="6084000" y="2848499"/>
            <a:ext cx="2537439" cy="1952102"/>
          </a:xfrm>
          <a:custGeom>
            <a:avLst/>
            <a:gdLst/>
            <a:ahLst/>
            <a:cxnLst/>
            <a:rect l="l" t="t" r="r" b="b"/>
            <a:pathLst>
              <a:path w="2520315" h="2520315">
                <a:moveTo>
                  <a:pt x="2519997" y="0"/>
                </a:moveTo>
                <a:lnTo>
                  <a:pt x="0" y="0"/>
                </a:lnTo>
                <a:lnTo>
                  <a:pt x="0" y="2519997"/>
                </a:lnTo>
                <a:lnTo>
                  <a:pt x="2519997" y="2519997"/>
                </a:lnTo>
                <a:lnTo>
                  <a:pt x="2519997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Espace réservé du texte 11">
            <a:extLst>
              <a:ext uri="{FF2B5EF4-FFF2-40B4-BE49-F238E27FC236}">
                <a16:creationId xmlns:a16="http://schemas.microsoft.com/office/drawing/2014/main" id="{AFF982BE-C331-C0BA-FC7F-3160C62595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18319" y="3314464"/>
            <a:ext cx="2103118" cy="857487"/>
          </a:xfrm>
        </p:spPr>
        <p:txBody>
          <a:bodyPr>
            <a:noAutofit/>
          </a:bodyPr>
          <a:lstStyle>
            <a:lvl1pPr marL="171446" indent="-171446">
              <a:buClr>
                <a:schemeClr val="accent5"/>
              </a:buClr>
              <a:buFont typeface="Times New Roman" panose="02020603050405020304" pitchFamily="18" charset="0"/>
              <a:buChar char="→"/>
              <a:defRPr sz="14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Légende de la photo ici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6B0CA141-2DE3-43CA-D1E3-95B2C6E8FE2A}"/>
              </a:ext>
            </a:extLst>
          </p:cNvPr>
          <p:cNvSpPr/>
          <p:nvPr userDrawn="1"/>
        </p:nvSpPr>
        <p:spPr>
          <a:xfrm>
            <a:off x="539991" y="540003"/>
            <a:ext cx="612140" cy="1224280"/>
          </a:xfrm>
          <a:custGeom>
            <a:avLst/>
            <a:gdLst/>
            <a:ahLst/>
            <a:cxnLst/>
            <a:rect l="l" t="t" r="r" b="b"/>
            <a:pathLst>
              <a:path w="612140" h="1224280">
                <a:moveTo>
                  <a:pt x="612000" y="612000"/>
                </a:moveTo>
                <a:lnTo>
                  <a:pt x="5816" y="612000"/>
                </a:lnTo>
                <a:lnTo>
                  <a:pt x="0" y="612000"/>
                </a:lnTo>
                <a:lnTo>
                  <a:pt x="0" y="1223848"/>
                </a:lnTo>
                <a:lnTo>
                  <a:pt x="53187" y="1222159"/>
                </a:lnTo>
                <a:lnTo>
                  <a:pt x="99568" y="1216723"/>
                </a:lnTo>
                <a:lnTo>
                  <a:pt x="144805" y="1207833"/>
                </a:lnTo>
                <a:lnTo>
                  <a:pt x="188785" y="1195628"/>
                </a:lnTo>
                <a:lnTo>
                  <a:pt x="231368" y="1180236"/>
                </a:lnTo>
                <a:lnTo>
                  <a:pt x="272402" y="1161796"/>
                </a:lnTo>
                <a:lnTo>
                  <a:pt x="311772" y="1140447"/>
                </a:lnTo>
                <a:lnTo>
                  <a:pt x="349338" y="1116317"/>
                </a:lnTo>
                <a:lnTo>
                  <a:pt x="384949" y="1089545"/>
                </a:lnTo>
                <a:lnTo>
                  <a:pt x="418503" y="1060272"/>
                </a:lnTo>
                <a:lnTo>
                  <a:pt x="449834" y="1028636"/>
                </a:lnTo>
                <a:lnTo>
                  <a:pt x="478828" y="994778"/>
                </a:lnTo>
                <a:lnTo>
                  <a:pt x="505345" y="958811"/>
                </a:lnTo>
                <a:lnTo>
                  <a:pt x="529234" y="920889"/>
                </a:lnTo>
                <a:lnTo>
                  <a:pt x="550392" y="881138"/>
                </a:lnTo>
                <a:lnTo>
                  <a:pt x="568655" y="839711"/>
                </a:lnTo>
                <a:lnTo>
                  <a:pt x="583895" y="796721"/>
                </a:lnTo>
                <a:lnTo>
                  <a:pt x="595998" y="752322"/>
                </a:lnTo>
                <a:lnTo>
                  <a:pt x="604799" y="706640"/>
                </a:lnTo>
                <a:lnTo>
                  <a:pt x="610184" y="659828"/>
                </a:lnTo>
                <a:lnTo>
                  <a:pt x="612000" y="612000"/>
                </a:lnTo>
                <a:close/>
              </a:path>
              <a:path w="612140" h="1224280">
                <a:moveTo>
                  <a:pt x="612000" y="0"/>
                </a:moveTo>
                <a:lnTo>
                  <a:pt x="0" y="0"/>
                </a:lnTo>
                <a:lnTo>
                  <a:pt x="0" y="611847"/>
                </a:lnTo>
                <a:lnTo>
                  <a:pt x="5816" y="612000"/>
                </a:lnTo>
                <a:lnTo>
                  <a:pt x="53187" y="610158"/>
                </a:lnTo>
                <a:lnTo>
                  <a:pt x="99568" y="604723"/>
                </a:lnTo>
                <a:lnTo>
                  <a:pt x="144805" y="595833"/>
                </a:lnTo>
                <a:lnTo>
                  <a:pt x="188785" y="583628"/>
                </a:lnTo>
                <a:lnTo>
                  <a:pt x="231368" y="568236"/>
                </a:lnTo>
                <a:lnTo>
                  <a:pt x="272402" y="549795"/>
                </a:lnTo>
                <a:lnTo>
                  <a:pt x="311772" y="528447"/>
                </a:lnTo>
                <a:lnTo>
                  <a:pt x="349338" y="504317"/>
                </a:lnTo>
                <a:lnTo>
                  <a:pt x="384949" y="477545"/>
                </a:lnTo>
                <a:lnTo>
                  <a:pt x="418503" y="448271"/>
                </a:lnTo>
                <a:lnTo>
                  <a:pt x="449834" y="416636"/>
                </a:lnTo>
                <a:lnTo>
                  <a:pt x="478828" y="382778"/>
                </a:lnTo>
                <a:lnTo>
                  <a:pt x="505345" y="346811"/>
                </a:lnTo>
                <a:lnTo>
                  <a:pt x="529234" y="308889"/>
                </a:lnTo>
                <a:lnTo>
                  <a:pt x="550392" y="269138"/>
                </a:lnTo>
                <a:lnTo>
                  <a:pt x="568655" y="227711"/>
                </a:lnTo>
                <a:lnTo>
                  <a:pt x="583895" y="184721"/>
                </a:lnTo>
                <a:lnTo>
                  <a:pt x="595998" y="140322"/>
                </a:lnTo>
                <a:lnTo>
                  <a:pt x="604799" y="94640"/>
                </a:lnTo>
                <a:lnTo>
                  <a:pt x="610184" y="47828"/>
                </a:lnTo>
                <a:lnTo>
                  <a:pt x="612000" y="0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34327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F4F04665-EC1D-7124-8547-0BAF536273F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86636" y="539991"/>
            <a:ext cx="4441212" cy="3214166"/>
          </a:xfrm>
        </p:spPr>
        <p:txBody>
          <a:bodyPr/>
          <a:lstStyle/>
          <a:p>
            <a:endParaRPr lang="fr-FR"/>
          </a:p>
        </p:txBody>
      </p:sp>
      <p:sp>
        <p:nvSpPr>
          <p:cNvPr id="9" name="Espace réservé pour une image  7">
            <a:extLst>
              <a:ext uri="{FF2B5EF4-FFF2-40B4-BE49-F238E27FC236}">
                <a16:creationId xmlns:a16="http://schemas.microsoft.com/office/drawing/2014/main" id="{CB4D253E-9C4B-3E40-4084-2EAF07D19D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27848" y="1386776"/>
            <a:ext cx="2776149" cy="3214370"/>
          </a:xfrm>
        </p:spPr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A0E5A1-EDCD-58E2-9FCE-14F6A42845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A75E72C-508E-6160-EC92-C2842A49CF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18A08401-5028-38F6-789B-7CEB8B25FE8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1" y="590550"/>
            <a:ext cx="1828799" cy="609600"/>
          </a:xfrm>
        </p:spPr>
        <p:txBody>
          <a:bodyPr anchor="ctr" anchorCtr="0">
            <a:noAutofit/>
          </a:bodyPr>
          <a:lstStyle>
            <a:lvl1pPr marL="171446" indent="-171446">
              <a:buClr>
                <a:schemeClr val="accent5"/>
              </a:buClr>
              <a:buFont typeface="Times New Roman" panose="02020603050405020304" pitchFamily="18" charset="0"/>
              <a:buChar char="→"/>
              <a:defRPr sz="12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Légende de la photo ici</a:t>
            </a:r>
          </a:p>
        </p:txBody>
      </p:sp>
      <p:sp>
        <p:nvSpPr>
          <p:cNvPr id="13" name="Espace réservé du texte 11">
            <a:extLst>
              <a:ext uri="{FF2B5EF4-FFF2-40B4-BE49-F238E27FC236}">
                <a16:creationId xmlns:a16="http://schemas.microsoft.com/office/drawing/2014/main" id="{0C3927A3-6C37-4A87-E507-4473611DF5E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52600" y="3931838"/>
            <a:ext cx="3086100" cy="533400"/>
          </a:xfrm>
        </p:spPr>
        <p:txBody>
          <a:bodyPr anchor="ctr" anchorCtr="0">
            <a:noAutofit/>
          </a:bodyPr>
          <a:lstStyle>
            <a:lvl1pPr marL="171446" indent="-171446">
              <a:buClr>
                <a:schemeClr val="accent5"/>
              </a:buClr>
              <a:buFont typeface="Times New Roman" panose="02020603050405020304" pitchFamily="18" charset="0"/>
              <a:buChar char="→"/>
              <a:defRPr sz="1200" cap="none" baseline="0"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fr-FR"/>
              <a:t>Légende de la photo ici</a:t>
            </a:r>
          </a:p>
        </p:txBody>
      </p:sp>
      <p:sp>
        <p:nvSpPr>
          <p:cNvPr id="2" name="bg object 22">
            <a:extLst>
              <a:ext uri="{FF2B5EF4-FFF2-40B4-BE49-F238E27FC236}">
                <a16:creationId xmlns:a16="http://schemas.microsoft.com/office/drawing/2014/main" id="{C5A279D9-1F56-2241-4684-7D52D7199CFA}"/>
              </a:ext>
            </a:extLst>
          </p:cNvPr>
          <p:cNvSpPr/>
          <p:nvPr userDrawn="1"/>
        </p:nvSpPr>
        <p:spPr>
          <a:xfrm>
            <a:off x="540004" y="3754157"/>
            <a:ext cx="847090" cy="847090"/>
          </a:xfrm>
          <a:custGeom>
            <a:avLst/>
            <a:gdLst/>
            <a:ahLst/>
            <a:cxnLst/>
            <a:rect l="l" t="t" r="r" b="b"/>
            <a:pathLst>
              <a:path w="847090" h="847089">
                <a:moveTo>
                  <a:pt x="846632" y="0"/>
                </a:moveTo>
                <a:lnTo>
                  <a:pt x="0" y="0"/>
                </a:lnTo>
                <a:lnTo>
                  <a:pt x="0" y="846632"/>
                </a:lnTo>
                <a:lnTo>
                  <a:pt x="846632" y="846632"/>
                </a:lnTo>
                <a:lnTo>
                  <a:pt x="846632" y="0"/>
                </a:lnTo>
                <a:close/>
              </a:path>
            </a:pathLst>
          </a:custGeom>
          <a:solidFill>
            <a:srgbClr val="E8D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bg object 23">
            <a:extLst>
              <a:ext uri="{FF2B5EF4-FFF2-40B4-BE49-F238E27FC236}">
                <a16:creationId xmlns:a16="http://schemas.microsoft.com/office/drawing/2014/main" id="{FC661207-C5A0-5A8B-9FEE-625BFC54EED5}"/>
              </a:ext>
            </a:extLst>
          </p:cNvPr>
          <p:cNvSpPr/>
          <p:nvPr userDrawn="1"/>
        </p:nvSpPr>
        <p:spPr>
          <a:xfrm>
            <a:off x="539991" y="540003"/>
            <a:ext cx="847090" cy="1693545"/>
          </a:xfrm>
          <a:custGeom>
            <a:avLst/>
            <a:gdLst/>
            <a:ahLst/>
            <a:cxnLst/>
            <a:rect l="l" t="t" r="r" b="b"/>
            <a:pathLst>
              <a:path w="847090" h="1693545">
                <a:moveTo>
                  <a:pt x="846632" y="846632"/>
                </a:moveTo>
                <a:lnTo>
                  <a:pt x="8051" y="846632"/>
                </a:lnTo>
                <a:lnTo>
                  <a:pt x="0" y="846632"/>
                </a:lnTo>
                <a:lnTo>
                  <a:pt x="0" y="1693062"/>
                </a:lnTo>
                <a:lnTo>
                  <a:pt x="55638" y="1691919"/>
                </a:lnTo>
                <a:lnTo>
                  <a:pt x="102527" y="1687957"/>
                </a:lnTo>
                <a:lnTo>
                  <a:pt x="148653" y="1681416"/>
                </a:lnTo>
                <a:lnTo>
                  <a:pt x="193941" y="1672399"/>
                </a:lnTo>
                <a:lnTo>
                  <a:pt x="238315" y="1660956"/>
                </a:lnTo>
                <a:lnTo>
                  <a:pt x="281711" y="1647164"/>
                </a:lnTo>
                <a:lnTo>
                  <a:pt x="324053" y="1631099"/>
                </a:lnTo>
                <a:lnTo>
                  <a:pt x="365277" y="1612823"/>
                </a:lnTo>
                <a:lnTo>
                  <a:pt x="405307" y="1592427"/>
                </a:lnTo>
                <a:lnTo>
                  <a:pt x="444080" y="1569961"/>
                </a:lnTo>
                <a:lnTo>
                  <a:pt x="481520" y="1545513"/>
                </a:lnTo>
                <a:lnTo>
                  <a:pt x="517550" y="1519148"/>
                </a:lnTo>
                <a:lnTo>
                  <a:pt x="552107" y="1490929"/>
                </a:lnTo>
                <a:lnTo>
                  <a:pt x="585114" y="1460931"/>
                </a:lnTo>
                <a:lnTo>
                  <a:pt x="616508" y="1429232"/>
                </a:lnTo>
                <a:lnTo>
                  <a:pt x="646214" y="1395907"/>
                </a:lnTo>
                <a:lnTo>
                  <a:pt x="674166" y="1361020"/>
                </a:lnTo>
                <a:lnTo>
                  <a:pt x="700290" y="1324648"/>
                </a:lnTo>
                <a:lnTo>
                  <a:pt x="724509" y="1286852"/>
                </a:lnTo>
                <a:lnTo>
                  <a:pt x="746760" y="1247711"/>
                </a:lnTo>
                <a:lnTo>
                  <a:pt x="766965" y="1207287"/>
                </a:lnTo>
                <a:lnTo>
                  <a:pt x="785063" y="1165669"/>
                </a:lnTo>
                <a:lnTo>
                  <a:pt x="800976" y="1122921"/>
                </a:lnTo>
                <a:lnTo>
                  <a:pt x="814628" y="1079106"/>
                </a:lnTo>
                <a:lnTo>
                  <a:pt x="825969" y="1034300"/>
                </a:lnTo>
                <a:lnTo>
                  <a:pt x="834898" y="988580"/>
                </a:lnTo>
                <a:lnTo>
                  <a:pt x="841375" y="942022"/>
                </a:lnTo>
                <a:lnTo>
                  <a:pt x="845312" y="894676"/>
                </a:lnTo>
                <a:lnTo>
                  <a:pt x="846632" y="846632"/>
                </a:lnTo>
                <a:close/>
              </a:path>
              <a:path w="847090" h="1693545">
                <a:moveTo>
                  <a:pt x="846632" y="0"/>
                </a:moveTo>
                <a:lnTo>
                  <a:pt x="0" y="0"/>
                </a:lnTo>
                <a:lnTo>
                  <a:pt x="0" y="846429"/>
                </a:lnTo>
                <a:lnTo>
                  <a:pt x="8051" y="846632"/>
                </a:lnTo>
                <a:lnTo>
                  <a:pt x="55638" y="845286"/>
                </a:lnTo>
                <a:lnTo>
                  <a:pt x="102527" y="841311"/>
                </a:lnTo>
                <a:lnTo>
                  <a:pt x="148653" y="834783"/>
                </a:lnTo>
                <a:lnTo>
                  <a:pt x="193941" y="825754"/>
                </a:lnTo>
                <a:lnTo>
                  <a:pt x="238315" y="814311"/>
                </a:lnTo>
                <a:lnTo>
                  <a:pt x="281711" y="800531"/>
                </a:lnTo>
                <a:lnTo>
                  <a:pt x="324053" y="784466"/>
                </a:lnTo>
                <a:lnTo>
                  <a:pt x="365277" y="766191"/>
                </a:lnTo>
                <a:lnTo>
                  <a:pt x="405307" y="745794"/>
                </a:lnTo>
                <a:lnTo>
                  <a:pt x="444080" y="723328"/>
                </a:lnTo>
                <a:lnTo>
                  <a:pt x="481520" y="698881"/>
                </a:lnTo>
                <a:lnTo>
                  <a:pt x="517550" y="672503"/>
                </a:lnTo>
                <a:lnTo>
                  <a:pt x="552107" y="644296"/>
                </a:lnTo>
                <a:lnTo>
                  <a:pt x="585114" y="614299"/>
                </a:lnTo>
                <a:lnTo>
                  <a:pt x="616508" y="582599"/>
                </a:lnTo>
                <a:lnTo>
                  <a:pt x="646214" y="549275"/>
                </a:lnTo>
                <a:lnTo>
                  <a:pt x="674166" y="514388"/>
                </a:lnTo>
                <a:lnTo>
                  <a:pt x="700290" y="478015"/>
                </a:lnTo>
                <a:lnTo>
                  <a:pt x="724509" y="440207"/>
                </a:lnTo>
                <a:lnTo>
                  <a:pt x="746760" y="401066"/>
                </a:lnTo>
                <a:lnTo>
                  <a:pt x="766965" y="360654"/>
                </a:lnTo>
                <a:lnTo>
                  <a:pt x="785063" y="319036"/>
                </a:lnTo>
                <a:lnTo>
                  <a:pt x="800976" y="276275"/>
                </a:lnTo>
                <a:lnTo>
                  <a:pt x="814628" y="232473"/>
                </a:lnTo>
                <a:lnTo>
                  <a:pt x="825969" y="187667"/>
                </a:lnTo>
                <a:lnTo>
                  <a:pt x="834898" y="141947"/>
                </a:lnTo>
                <a:lnTo>
                  <a:pt x="841375" y="95377"/>
                </a:lnTo>
                <a:lnTo>
                  <a:pt x="845312" y="48044"/>
                </a:lnTo>
                <a:lnTo>
                  <a:pt x="846632" y="0"/>
                </a:lnTo>
                <a:close/>
              </a:path>
            </a:pathLst>
          </a:custGeom>
          <a:solidFill>
            <a:srgbClr val="E5EDF4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8894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object 2">
            <a:extLst>
              <a:ext uri="{FF2B5EF4-FFF2-40B4-BE49-F238E27FC236}">
                <a16:creationId xmlns:a16="http://schemas.microsoft.com/office/drawing/2014/main" id="{2EECF248-B093-FD0D-A5E7-B8F9405C81AF}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6858000"/>
          </a:xfrm>
        </p:grpSpPr>
        <p:sp>
          <p:nvSpPr>
            <p:cNvPr id="26" name="object 3">
              <a:extLst>
                <a:ext uri="{FF2B5EF4-FFF2-40B4-BE49-F238E27FC236}">
                  <a16:creationId xmlns:a16="http://schemas.microsoft.com/office/drawing/2014/main" id="{7B95FBB6-C41D-D0A3-1C1D-4BB42911525F}"/>
                </a:ext>
              </a:extLst>
            </p:cNvPr>
            <p:cNvSpPr/>
            <p:nvPr/>
          </p:nvSpPr>
          <p:spPr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l" t="t" r="r" b="b"/>
              <a:pathLst>
                <a:path w="9144000" h="6858000">
                  <a:moveTo>
                    <a:pt x="6327000" y="6792760"/>
                  </a:moveTo>
                  <a:lnTo>
                    <a:pt x="6326759" y="6736550"/>
                  </a:lnTo>
                  <a:lnTo>
                    <a:pt x="6326073" y="6680441"/>
                  </a:lnTo>
                  <a:lnTo>
                    <a:pt x="6324930" y="6624434"/>
                  </a:lnTo>
                  <a:lnTo>
                    <a:pt x="6323330" y="6568541"/>
                  </a:lnTo>
                  <a:lnTo>
                    <a:pt x="6321272" y="6512763"/>
                  </a:lnTo>
                  <a:lnTo>
                    <a:pt x="6318771" y="6457112"/>
                  </a:lnTo>
                  <a:lnTo>
                    <a:pt x="6315811" y="6401562"/>
                  </a:lnTo>
                  <a:lnTo>
                    <a:pt x="6312408" y="6346139"/>
                  </a:lnTo>
                  <a:lnTo>
                    <a:pt x="6308560" y="6290830"/>
                  </a:lnTo>
                  <a:lnTo>
                    <a:pt x="6304254" y="6235649"/>
                  </a:lnTo>
                  <a:lnTo>
                    <a:pt x="6299517" y="6180594"/>
                  </a:lnTo>
                  <a:lnTo>
                    <a:pt x="6294336" y="6125667"/>
                  </a:lnTo>
                  <a:lnTo>
                    <a:pt x="6288722" y="6070854"/>
                  </a:lnTo>
                  <a:lnTo>
                    <a:pt x="6282664" y="6016180"/>
                  </a:lnTo>
                  <a:lnTo>
                    <a:pt x="6276175" y="5961634"/>
                  </a:lnTo>
                  <a:lnTo>
                    <a:pt x="6269240" y="5907227"/>
                  </a:lnTo>
                  <a:lnTo>
                    <a:pt x="6261887" y="5852947"/>
                  </a:lnTo>
                  <a:lnTo>
                    <a:pt x="6254102" y="5798807"/>
                  </a:lnTo>
                  <a:lnTo>
                    <a:pt x="6245885" y="5744807"/>
                  </a:lnTo>
                  <a:lnTo>
                    <a:pt x="6237236" y="5690946"/>
                  </a:lnTo>
                  <a:lnTo>
                    <a:pt x="6228169" y="5637225"/>
                  </a:lnTo>
                  <a:lnTo>
                    <a:pt x="6218669" y="5583644"/>
                  </a:lnTo>
                  <a:lnTo>
                    <a:pt x="6208750" y="5530215"/>
                  </a:lnTo>
                  <a:lnTo>
                    <a:pt x="6198413" y="5476926"/>
                  </a:lnTo>
                  <a:lnTo>
                    <a:pt x="6187668" y="5423789"/>
                  </a:lnTo>
                  <a:lnTo>
                    <a:pt x="6176492" y="5370804"/>
                  </a:lnTo>
                  <a:lnTo>
                    <a:pt x="6164910" y="5317960"/>
                  </a:lnTo>
                  <a:lnTo>
                    <a:pt x="6152908" y="5265280"/>
                  </a:lnTo>
                  <a:lnTo>
                    <a:pt x="6140501" y="5212753"/>
                  </a:lnTo>
                  <a:lnTo>
                    <a:pt x="6127686" y="5160391"/>
                  </a:lnTo>
                  <a:lnTo>
                    <a:pt x="6114453" y="5108181"/>
                  </a:lnTo>
                  <a:lnTo>
                    <a:pt x="6100826" y="5056124"/>
                  </a:lnTo>
                  <a:lnTo>
                    <a:pt x="6086792" y="5004244"/>
                  </a:lnTo>
                  <a:lnTo>
                    <a:pt x="6072352" y="4952517"/>
                  </a:lnTo>
                  <a:lnTo>
                    <a:pt x="6057506" y="4900955"/>
                  </a:lnTo>
                  <a:lnTo>
                    <a:pt x="6042279" y="4849571"/>
                  </a:lnTo>
                  <a:lnTo>
                    <a:pt x="6026632" y="4798352"/>
                  </a:lnTo>
                  <a:lnTo>
                    <a:pt x="6010605" y="4747298"/>
                  </a:lnTo>
                  <a:lnTo>
                    <a:pt x="5994184" y="4696422"/>
                  </a:lnTo>
                  <a:lnTo>
                    <a:pt x="5977369" y="4645723"/>
                  </a:lnTo>
                  <a:lnTo>
                    <a:pt x="5960161" y="4595203"/>
                  </a:lnTo>
                  <a:lnTo>
                    <a:pt x="5942571" y="4544860"/>
                  </a:lnTo>
                  <a:lnTo>
                    <a:pt x="5924588" y="4494695"/>
                  </a:lnTo>
                  <a:lnTo>
                    <a:pt x="5906224" y="4444708"/>
                  </a:lnTo>
                  <a:lnTo>
                    <a:pt x="5887478" y="4394911"/>
                  </a:lnTo>
                  <a:lnTo>
                    <a:pt x="5868352" y="4345292"/>
                  </a:lnTo>
                  <a:lnTo>
                    <a:pt x="5848845" y="4295864"/>
                  </a:lnTo>
                  <a:lnTo>
                    <a:pt x="5828957" y="4246626"/>
                  </a:lnTo>
                  <a:lnTo>
                    <a:pt x="5808700" y="4197578"/>
                  </a:lnTo>
                  <a:lnTo>
                    <a:pt x="5788063" y="4148721"/>
                  </a:lnTo>
                  <a:lnTo>
                    <a:pt x="5767044" y="4100055"/>
                  </a:lnTo>
                  <a:lnTo>
                    <a:pt x="5745670" y="4051579"/>
                  </a:lnTo>
                  <a:lnTo>
                    <a:pt x="5723928" y="4003319"/>
                  </a:lnTo>
                  <a:lnTo>
                    <a:pt x="5701804" y="3955250"/>
                  </a:lnTo>
                  <a:lnTo>
                    <a:pt x="5679325" y="3907371"/>
                  </a:lnTo>
                  <a:lnTo>
                    <a:pt x="5656491" y="3859707"/>
                  </a:lnTo>
                  <a:lnTo>
                    <a:pt x="5633288" y="3812248"/>
                  </a:lnTo>
                  <a:lnTo>
                    <a:pt x="5609717" y="3764991"/>
                  </a:lnTo>
                  <a:lnTo>
                    <a:pt x="5585790" y="3717937"/>
                  </a:lnTo>
                  <a:lnTo>
                    <a:pt x="5561520" y="3671100"/>
                  </a:lnTo>
                  <a:lnTo>
                    <a:pt x="5536882" y="3624478"/>
                  </a:lnTo>
                  <a:lnTo>
                    <a:pt x="5511901" y="3578060"/>
                  </a:lnTo>
                  <a:lnTo>
                    <a:pt x="5486552" y="3531857"/>
                  </a:lnTo>
                  <a:lnTo>
                    <a:pt x="5460873" y="3485870"/>
                  </a:lnTo>
                  <a:lnTo>
                    <a:pt x="5434838" y="3440112"/>
                  </a:lnTo>
                  <a:lnTo>
                    <a:pt x="5408460" y="3394570"/>
                  </a:lnTo>
                  <a:lnTo>
                    <a:pt x="5381726" y="3349244"/>
                  </a:lnTo>
                  <a:lnTo>
                    <a:pt x="5354663" y="3304146"/>
                  </a:lnTo>
                  <a:lnTo>
                    <a:pt x="5327256" y="3259277"/>
                  </a:lnTo>
                  <a:lnTo>
                    <a:pt x="5299507" y="3214624"/>
                  </a:lnTo>
                  <a:lnTo>
                    <a:pt x="5271427" y="3170212"/>
                  </a:lnTo>
                  <a:lnTo>
                    <a:pt x="5243004" y="3126028"/>
                  </a:lnTo>
                  <a:lnTo>
                    <a:pt x="5214251" y="3082074"/>
                  </a:lnTo>
                  <a:lnTo>
                    <a:pt x="5185168" y="3038348"/>
                  </a:lnTo>
                  <a:lnTo>
                    <a:pt x="5155755" y="2994863"/>
                  </a:lnTo>
                  <a:lnTo>
                    <a:pt x="5126012" y="2951619"/>
                  </a:lnTo>
                  <a:lnTo>
                    <a:pt x="5095951" y="2908617"/>
                  </a:lnTo>
                  <a:lnTo>
                    <a:pt x="5065547" y="2865844"/>
                  </a:lnTo>
                  <a:lnTo>
                    <a:pt x="5034839" y="2823324"/>
                  </a:lnTo>
                  <a:lnTo>
                    <a:pt x="5003800" y="2781046"/>
                  </a:lnTo>
                  <a:lnTo>
                    <a:pt x="4972443" y="2739021"/>
                  </a:lnTo>
                  <a:lnTo>
                    <a:pt x="4940770" y="2697238"/>
                  </a:lnTo>
                  <a:lnTo>
                    <a:pt x="4908778" y="2655697"/>
                  </a:lnTo>
                  <a:lnTo>
                    <a:pt x="4876470" y="2614422"/>
                  </a:lnTo>
                  <a:lnTo>
                    <a:pt x="4843856" y="2573388"/>
                  </a:lnTo>
                  <a:lnTo>
                    <a:pt x="4810925" y="2532621"/>
                  </a:lnTo>
                  <a:lnTo>
                    <a:pt x="4777689" y="2492095"/>
                  </a:lnTo>
                  <a:lnTo>
                    <a:pt x="4744148" y="2451836"/>
                  </a:lnTo>
                  <a:lnTo>
                    <a:pt x="4710303" y="2411844"/>
                  </a:lnTo>
                  <a:lnTo>
                    <a:pt x="4676152" y="2372106"/>
                  </a:lnTo>
                  <a:lnTo>
                    <a:pt x="4641697" y="2332634"/>
                  </a:lnTo>
                  <a:lnTo>
                    <a:pt x="4606950" y="2293429"/>
                  </a:lnTo>
                  <a:lnTo>
                    <a:pt x="4571898" y="2254491"/>
                  </a:lnTo>
                  <a:lnTo>
                    <a:pt x="4536541" y="2215819"/>
                  </a:lnTo>
                  <a:lnTo>
                    <a:pt x="4500905" y="2177427"/>
                  </a:lnTo>
                  <a:lnTo>
                    <a:pt x="4464964" y="2139302"/>
                  </a:lnTo>
                  <a:lnTo>
                    <a:pt x="4428744" y="2101443"/>
                  </a:lnTo>
                  <a:lnTo>
                    <a:pt x="4392231" y="2063877"/>
                  </a:lnTo>
                  <a:lnTo>
                    <a:pt x="4355427" y="2026577"/>
                  </a:lnTo>
                  <a:lnTo>
                    <a:pt x="4318330" y="1989556"/>
                  </a:lnTo>
                  <a:lnTo>
                    <a:pt x="4280954" y="1952815"/>
                  </a:lnTo>
                  <a:lnTo>
                    <a:pt x="4243298" y="1916366"/>
                  </a:lnTo>
                  <a:lnTo>
                    <a:pt x="4205363" y="1880196"/>
                  </a:lnTo>
                  <a:lnTo>
                    <a:pt x="4167149" y="1844319"/>
                  </a:lnTo>
                  <a:lnTo>
                    <a:pt x="4128655" y="1808721"/>
                  </a:lnTo>
                  <a:lnTo>
                    <a:pt x="4089895" y="1773415"/>
                  </a:lnTo>
                  <a:lnTo>
                    <a:pt x="4050855" y="1738414"/>
                  </a:lnTo>
                  <a:lnTo>
                    <a:pt x="4011536" y="1703692"/>
                  </a:lnTo>
                  <a:lnTo>
                    <a:pt x="3971963" y="1669275"/>
                  </a:lnTo>
                  <a:lnTo>
                    <a:pt x="3932110" y="1635137"/>
                  </a:lnTo>
                  <a:lnTo>
                    <a:pt x="3891991" y="1601317"/>
                  </a:lnTo>
                  <a:lnTo>
                    <a:pt x="3851605" y="1567789"/>
                  </a:lnTo>
                  <a:lnTo>
                    <a:pt x="3810965" y="1534566"/>
                  </a:lnTo>
                  <a:lnTo>
                    <a:pt x="3770058" y="1501648"/>
                  </a:lnTo>
                  <a:lnTo>
                    <a:pt x="3728897" y="1469034"/>
                  </a:lnTo>
                  <a:lnTo>
                    <a:pt x="3687470" y="1436725"/>
                  </a:lnTo>
                  <a:lnTo>
                    <a:pt x="3645789" y="1404734"/>
                  </a:lnTo>
                  <a:lnTo>
                    <a:pt x="3603866" y="1373047"/>
                  </a:lnTo>
                  <a:lnTo>
                    <a:pt x="3561677" y="1341666"/>
                  </a:lnTo>
                  <a:lnTo>
                    <a:pt x="3519246" y="1310614"/>
                  </a:lnTo>
                  <a:lnTo>
                    <a:pt x="3476561" y="1279867"/>
                  </a:lnTo>
                  <a:lnTo>
                    <a:pt x="3433622" y="1249451"/>
                  </a:lnTo>
                  <a:lnTo>
                    <a:pt x="3390455" y="1219339"/>
                  </a:lnTo>
                  <a:lnTo>
                    <a:pt x="3347034" y="1189558"/>
                  </a:lnTo>
                  <a:lnTo>
                    <a:pt x="3303371" y="1160106"/>
                  </a:lnTo>
                  <a:lnTo>
                    <a:pt x="3259467" y="1130973"/>
                  </a:lnTo>
                  <a:lnTo>
                    <a:pt x="3215322" y="1102156"/>
                  </a:lnTo>
                  <a:lnTo>
                    <a:pt x="3170948" y="1073683"/>
                  </a:lnTo>
                  <a:lnTo>
                    <a:pt x="3126346" y="1045527"/>
                  </a:lnTo>
                  <a:lnTo>
                    <a:pt x="3081502" y="1017714"/>
                  </a:lnTo>
                  <a:lnTo>
                    <a:pt x="3036417" y="990231"/>
                  </a:lnTo>
                  <a:lnTo>
                    <a:pt x="2991116" y="963091"/>
                  </a:lnTo>
                  <a:lnTo>
                    <a:pt x="2945587" y="936282"/>
                  </a:lnTo>
                  <a:lnTo>
                    <a:pt x="2899829" y="909802"/>
                  </a:lnTo>
                  <a:lnTo>
                    <a:pt x="2853842" y="883678"/>
                  </a:lnTo>
                  <a:lnTo>
                    <a:pt x="2807639" y="857885"/>
                  </a:lnTo>
                  <a:lnTo>
                    <a:pt x="2714574" y="807351"/>
                  </a:lnTo>
                  <a:lnTo>
                    <a:pt x="2620645" y="758202"/>
                  </a:lnTo>
                  <a:lnTo>
                    <a:pt x="2525852" y="710463"/>
                  </a:lnTo>
                  <a:lnTo>
                    <a:pt x="2430221" y="664133"/>
                  </a:lnTo>
                  <a:lnTo>
                    <a:pt x="2333764" y="619239"/>
                  </a:lnTo>
                  <a:lnTo>
                    <a:pt x="2236508" y="575792"/>
                  </a:lnTo>
                  <a:lnTo>
                    <a:pt x="2138438" y="533819"/>
                  </a:lnTo>
                  <a:lnTo>
                    <a:pt x="2039594" y="493306"/>
                  </a:lnTo>
                  <a:lnTo>
                    <a:pt x="1939975" y="454291"/>
                  </a:lnTo>
                  <a:lnTo>
                    <a:pt x="1839607" y="416775"/>
                  </a:lnTo>
                  <a:lnTo>
                    <a:pt x="1738490" y="380771"/>
                  </a:lnTo>
                  <a:lnTo>
                    <a:pt x="1636649" y="346303"/>
                  </a:lnTo>
                  <a:lnTo>
                    <a:pt x="1534096" y="313385"/>
                  </a:lnTo>
                  <a:lnTo>
                    <a:pt x="1430858" y="282016"/>
                  </a:lnTo>
                  <a:lnTo>
                    <a:pt x="1326921" y="252222"/>
                  </a:lnTo>
                  <a:lnTo>
                    <a:pt x="1222311" y="224028"/>
                  </a:lnTo>
                  <a:lnTo>
                    <a:pt x="1117053" y="197421"/>
                  </a:lnTo>
                  <a:lnTo>
                    <a:pt x="1011148" y="172427"/>
                  </a:lnTo>
                  <a:lnTo>
                    <a:pt x="904621" y="149072"/>
                  </a:lnTo>
                  <a:lnTo>
                    <a:pt x="797471" y="127355"/>
                  </a:lnTo>
                  <a:lnTo>
                    <a:pt x="689724" y="107302"/>
                  </a:lnTo>
                  <a:lnTo>
                    <a:pt x="581393" y="88912"/>
                  </a:lnTo>
                  <a:lnTo>
                    <a:pt x="472490" y="72212"/>
                  </a:lnTo>
                  <a:lnTo>
                    <a:pt x="363042" y="57200"/>
                  </a:lnTo>
                  <a:lnTo>
                    <a:pt x="253034" y="43916"/>
                  </a:lnTo>
                  <a:lnTo>
                    <a:pt x="142506" y="32346"/>
                  </a:lnTo>
                  <a:lnTo>
                    <a:pt x="31457" y="22529"/>
                  </a:lnTo>
                  <a:lnTo>
                    <a:pt x="0" y="20116"/>
                  </a:lnTo>
                  <a:lnTo>
                    <a:pt x="0" y="6858000"/>
                  </a:lnTo>
                  <a:lnTo>
                    <a:pt x="6325336" y="6858000"/>
                  </a:lnTo>
                  <a:lnTo>
                    <a:pt x="6325679" y="6841680"/>
                  </a:lnTo>
                  <a:lnTo>
                    <a:pt x="6326238" y="6825399"/>
                  </a:lnTo>
                  <a:lnTo>
                    <a:pt x="6326759" y="6809118"/>
                  </a:lnTo>
                  <a:lnTo>
                    <a:pt x="6327000" y="6792760"/>
                  </a:lnTo>
                  <a:close/>
                </a:path>
                <a:path w="9144000" h="6858000">
                  <a:moveTo>
                    <a:pt x="9144000" y="597674"/>
                  </a:moveTo>
                  <a:lnTo>
                    <a:pt x="9094508" y="575792"/>
                  </a:lnTo>
                  <a:lnTo>
                    <a:pt x="9045575" y="554621"/>
                  </a:lnTo>
                  <a:lnTo>
                    <a:pt x="8996439" y="533819"/>
                  </a:lnTo>
                  <a:lnTo>
                    <a:pt x="8947112" y="513372"/>
                  </a:lnTo>
                  <a:lnTo>
                    <a:pt x="8897595" y="493306"/>
                  </a:lnTo>
                  <a:lnTo>
                    <a:pt x="8847874" y="473608"/>
                  </a:lnTo>
                  <a:lnTo>
                    <a:pt x="8797976" y="454291"/>
                  </a:lnTo>
                  <a:lnTo>
                    <a:pt x="8747887" y="435343"/>
                  </a:lnTo>
                  <a:lnTo>
                    <a:pt x="8697608" y="416775"/>
                  </a:lnTo>
                  <a:lnTo>
                    <a:pt x="8647138" y="398576"/>
                  </a:lnTo>
                  <a:lnTo>
                    <a:pt x="8596490" y="380771"/>
                  </a:lnTo>
                  <a:lnTo>
                    <a:pt x="8545665" y="363347"/>
                  </a:lnTo>
                  <a:lnTo>
                    <a:pt x="8494649" y="346303"/>
                  </a:lnTo>
                  <a:lnTo>
                    <a:pt x="8443468" y="329653"/>
                  </a:lnTo>
                  <a:lnTo>
                    <a:pt x="8392096" y="313385"/>
                  </a:lnTo>
                  <a:lnTo>
                    <a:pt x="8340560" y="297510"/>
                  </a:lnTo>
                  <a:lnTo>
                    <a:pt x="8288858" y="282016"/>
                  </a:lnTo>
                  <a:lnTo>
                    <a:pt x="8236966" y="266928"/>
                  </a:lnTo>
                  <a:lnTo>
                    <a:pt x="8184921" y="252222"/>
                  </a:lnTo>
                  <a:lnTo>
                    <a:pt x="8132699" y="237921"/>
                  </a:lnTo>
                  <a:lnTo>
                    <a:pt x="8080311" y="224028"/>
                  </a:lnTo>
                  <a:lnTo>
                    <a:pt x="8027759" y="210527"/>
                  </a:lnTo>
                  <a:lnTo>
                    <a:pt x="7975054" y="197421"/>
                  </a:lnTo>
                  <a:lnTo>
                    <a:pt x="7922184" y="184721"/>
                  </a:lnTo>
                  <a:lnTo>
                    <a:pt x="7869148" y="172427"/>
                  </a:lnTo>
                  <a:lnTo>
                    <a:pt x="7815961" y="160553"/>
                  </a:lnTo>
                  <a:lnTo>
                    <a:pt x="7762621" y="149072"/>
                  </a:lnTo>
                  <a:lnTo>
                    <a:pt x="7709116" y="138010"/>
                  </a:lnTo>
                  <a:lnTo>
                    <a:pt x="7655471" y="127355"/>
                  </a:lnTo>
                  <a:lnTo>
                    <a:pt x="7601674" y="117119"/>
                  </a:lnTo>
                  <a:lnTo>
                    <a:pt x="7547724" y="107302"/>
                  </a:lnTo>
                  <a:lnTo>
                    <a:pt x="7493635" y="97891"/>
                  </a:lnTo>
                  <a:lnTo>
                    <a:pt x="7439393" y="88912"/>
                  </a:lnTo>
                  <a:lnTo>
                    <a:pt x="7385012" y="80352"/>
                  </a:lnTo>
                  <a:lnTo>
                    <a:pt x="7330491" y="72212"/>
                  </a:lnTo>
                  <a:lnTo>
                    <a:pt x="7275830" y="64490"/>
                  </a:lnTo>
                  <a:lnTo>
                    <a:pt x="7221042" y="57200"/>
                  </a:lnTo>
                  <a:lnTo>
                    <a:pt x="7166102" y="50342"/>
                  </a:lnTo>
                  <a:lnTo>
                    <a:pt x="7111035" y="43916"/>
                  </a:lnTo>
                  <a:lnTo>
                    <a:pt x="7055840" y="37909"/>
                  </a:lnTo>
                  <a:lnTo>
                    <a:pt x="7000507" y="32346"/>
                  </a:lnTo>
                  <a:lnTo>
                    <a:pt x="6945046" y="27216"/>
                  </a:lnTo>
                  <a:lnTo>
                    <a:pt x="6889458" y="22529"/>
                  </a:lnTo>
                  <a:lnTo>
                    <a:pt x="6833743" y="18275"/>
                  </a:lnTo>
                  <a:lnTo>
                    <a:pt x="6777914" y="14452"/>
                  </a:lnTo>
                  <a:lnTo>
                    <a:pt x="6721957" y="11087"/>
                  </a:lnTo>
                  <a:lnTo>
                    <a:pt x="6665874" y="8153"/>
                  </a:lnTo>
                  <a:lnTo>
                    <a:pt x="6609677" y="5676"/>
                  </a:lnTo>
                  <a:lnTo>
                    <a:pt x="6553365" y="3632"/>
                  </a:lnTo>
                  <a:lnTo>
                    <a:pt x="6496939" y="2057"/>
                  </a:lnTo>
                  <a:lnTo>
                    <a:pt x="6440398" y="914"/>
                  </a:lnTo>
                  <a:lnTo>
                    <a:pt x="6383756" y="228"/>
                  </a:lnTo>
                  <a:lnTo>
                    <a:pt x="6327000" y="0"/>
                  </a:lnTo>
                  <a:lnTo>
                    <a:pt x="6327000" y="6792760"/>
                  </a:lnTo>
                  <a:lnTo>
                    <a:pt x="6327000" y="6858000"/>
                  </a:lnTo>
                  <a:lnTo>
                    <a:pt x="9144000" y="6858000"/>
                  </a:lnTo>
                  <a:lnTo>
                    <a:pt x="9144000" y="597674"/>
                  </a:lnTo>
                  <a:close/>
                </a:path>
              </a:pathLst>
            </a:custGeom>
            <a:solidFill>
              <a:srgbClr val="F2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4">
              <a:extLst>
                <a:ext uri="{FF2B5EF4-FFF2-40B4-BE49-F238E27FC236}">
                  <a16:creationId xmlns:a16="http://schemas.microsoft.com/office/drawing/2014/main" id="{BF9585A3-F81B-AAF2-9C5E-630AF594B21B}"/>
                </a:ext>
              </a:extLst>
            </p:cNvPr>
            <p:cNvSpPr/>
            <p:nvPr/>
          </p:nvSpPr>
          <p:spPr>
            <a:xfrm>
              <a:off x="540000" y="2944145"/>
              <a:ext cx="0" cy="1086485"/>
            </a:xfrm>
            <a:custGeom>
              <a:avLst/>
              <a:gdLst/>
              <a:ahLst/>
              <a:cxnLst/>
              <a:rect l="l" t="t" r="r" b="b"/>
              <a:pathLst>
                <a:path h="1086485">
                  <a:moveTo>
                    <a:pt x="0" y="0"/>
                  </a:moveTo>
                  <a:lnTo>
                    <a:pt x="0" y="1086408"/>
                  </a:lnTo>
                </a:path>
              </a:pathLst>
            </a:custGeom>
            <a:ln w="12700">
              <a:solidFill>
                <a:srgbClr val="0030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Titre 23">
            <a:extLst>
              <a:ext uri="{FF2B5EF4-FFF2-40B4-BE49-F238E27FC236}">
                <a16:creationId xmlns:a16="http://schemas.microsoft.com/office/drawing/2014/main" id="{1E10B626-33A5-4836-7746-0216178544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3" y="2152673"/>
            <a:ext cx="6095999" cy="925737"/>
          </a:xfrm>
        </p:spPr>
        <p:txBody>
          <a:bodyPr anchor="ctr" anchorCtr="0">
            <a:noAutofit/>
          </a:bodyPr>
          <a:lstStyle>
            <a:lvl1pPr>
              <a:defRPr sz="3000" b="1"/>
            </a:lvl1pPr>
          </a:lstStyle>
          <a:p>
            <a:r>
              <a:rPr lang="fr-FR"/>
              <a:t>Modifiez le style </a:t>
            </a:r>
            <a:br>
              <a:rPr lang="fr-FR"/>
            </a:br>
            <a:r>
              <a:rPr lang="fr-FR"/>
              <a:t>du titre</a:t>
            </a:r>
          </a:p>
        </p:txBody>
      </p:sp>
      <p:pic>
        <p:nvPicPr>
          <p:cNvPr id="2" name="Image 1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9D7921E3-2D57-B36C-B70D-E7E8A6643E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553" y="539991"/>
            <a:ext cx="1123353" cy="315087"/>
          </a:xfrm>
          <a:prstGeom prst="rect">
            <a:avLst/>
          </a:prstGeom>
        </p:spPr>
      </p:pic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397EEB30-9265-4C06-98E2-6D60BF6DFF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D80F946F-E1DC-ED38-C4B3-D51ECAF5FB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69375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18317" y="4862628"/>
            <a:ext cx="2103120" cy="9233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r">
              <a:defRPr sz="80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B6F15528-21DE-4FAA-801E-634DDDAF4B2B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8FDEB2B0-7AD4-84B8-814F-D96919921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400" y="4862628"/>
            <a:ext cx="3086100" cy="9233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l">
              <a:defRPr sz="80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fr-FR"/>
              <a:t>LFB Group Corruption Risk </a:t>
            </a:r>
            <a:r>
              <a:rPr lang="fr-FR" err="1"/>
              <a:t>Map</a:t>
            </a:r>
            <a:r>
              <a:rPr lang="fr-FR"/>
              <a:t> 2026</a:t>
            </a:r>
            <a:endParaRPr lang="fr-FR">
              <a:latin typeface="+mn-lt"/>
            </a:endParaRPr>
          </a:p>
        </p:txBody>
      </p:sp>
      <p:sp>
        <p:nvSpPr>
          <p:cNvPr id="8" name="Espace réservé du titre 7">
            <a:extLst>
              <a:ext uri="{FF2B5EF4-FFF2-40B4-BE49-F238E27FC236}">
                <a16:creationId xmlns:a16="http://schemas.microsoft.com/office/drawing/2014/main" id="{372959FE-400C-8866-ECB5-F198A92EB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438151"/>
            <a:ext cx="7143750" cy="685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/>
              <a:t>Cliquez ici pour modifier le titre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14BE3D37-DE88-F38B-9FCE-21CD2A5D7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2450" y="1352550"/>
            <a:ext cx="7989376" cy="32438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marL="171446" lvl="2" indent="-171446">
              <a:buClr>
                <a:schemeClr val="accent5"/>
              </a:buClr>
              <a:buFont typeface="Arial" panose="020B0604020202020204" pitchFamily="34" charset="0"/>
              <a:buChar char="•"/>
            </a:pPr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endParaRPr lang="fr-FR"/>
          </a:p>
        </p:txBody>
      </p:sp>
      <p:pic>
        <p:nvPicPr>
          <p:cNvPr id="45" name="Image 44" descr="Une image contenant texte, Police, capture d’écran, Graphique&#10;&#10;Le contenu généré par l’IA peut être incorrect.">
            <a:extLst>
              <a:ext uri="{FF2B5EF4-FFF2-40B4-BE49-F238E27FC236}">
                <a16:creationId xmlns:a16="http://schemas.microsoft.com/office/drawing/2014/main" id="{AA50E5E5-45C5-A648-51D1-CF821FE0B875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681" y="539991"/>
            <a:ext cx="602226" cy="168917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8DF0DC0C-5C8B-D596-8BA4-CE36D25D0263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2857500" y="5009649"/>
            <a:ext cx="3429000" cy="12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721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</p:sldLayoutIdLst>
  <p:hf hdr="0" dt="0"/>
  <p:txStyles>
    <p:titleStyle>
      <a:lvl1pPr>
        <a:defRPr sz="2400" b="1">
          <a:solidFill>
            <a:schemeClr val="tx2"/>
          </a:solidFill>
          <a:latin typeface="Roboto Light" panose="02000000000000000000" pitchFamily="2" charset="0"/>
          <a:ea typeface="Roboto Light" panose="02000000000000000000" pitchFamily="2" charset="0"/>
          <a:cs typeface="+mj-cs"/>
        </a:defRPr>
      </a:lvl1pPr>
    </p:titleStyle>
    <p:bodyStyle>
      <a:lvl1pPr marL="0">
        <a:defRPr sz="1400" b="0" cap="none" baseline="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1pPr>
      <a:lvl2pPr marL="171446" indent="-171446">
        <a:defRPr sz="120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355600" indent="-169863">
        <a:buClr>
          <a:schemeClr val="accent5"/>
        </a:buClr>
        <a:buFont typeface="Times New Roman" panose="02020603050405020304" pitchFamily="18" charset="0"/>
        <a:buChar char="→"/>
        <a:defRPr lang="fr-FR" sz="1200" b="0" cap="none" baseline="0" dirty="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lvl3pPr>
      <a:lvl4pPr marL="538163" indent="-169863">
        <a:buClr>
          <a:schemeClr val="accent5"/>
        </a:buClr>
        <a:buFont typeface="Wingdings" panose="05000000000000000000" pitchFamily="2" charset="2"/>
        <a:buChar char="ü"/>
        <a:defRPr sz="120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359991">
        <a:defRPr sz="1200">
          <a:solidFill>
            <a:schemeClr val="tx2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otherStyle>
  </p:txStyles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_new.png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 post-its : recueillir et traiter les retours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1DB0728-04C4-DDCE-4F4A-D4EA08B4D6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6F15528-21DE-4FAA-801E-634DDDAF4B2B}" type="slidenum">
              <a:rPr lang="fr-FR" sz="800"/>
              <a:t>‹N°›</a:t>
            </a:fld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77D12DE-AC0B-DC1C-8701-434038699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z="800">
                <a:latin typeface="Roboto"/>
              </a:rPr>
              <a:t>04 · Présenter et recueillir des avis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43800" y="16459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0061B0"/>
                </a:solidFill>
                <a:latin typeface="Roboto"/>
              </a:rPr>
              <a:t>← Sommaire</a:t>
            </a:r>
          </a:p>
        </p:txBody>
      </p:sp>
      <p:pic>
        <p:nvPicPr>
          <p:cNvPr id="6" name="Picture 5" descr="31-postits_12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828032" cy="3017520"/>
          </a:xfrm>
          <a:prstGeom prst="rect">
            <a:avLst/>
          </a:prstGeom>
          <a:ln w="9525">
            <a:solidFill>
              <a:srgbClr val="D5DCE4"/>
            </a:solidFill>
          </a:ln>
        </p:spPr>
      </p:pic>
      <p:sp>
        <p:nvSpPr>
          <p:cNvPr id="7" name="Oval 6"/>
          <p:cNvSpPr/>
          <p:nvPr/>
        </p:nvSpPr>
        <p:spPr>
          <a:xfrm>
            <a:off x="5715000" y="1179576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4184" y="1188720"/>
            <a:ext cx="2551176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Mode annotation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: actif après « Commenter » (ou « Commentaires » chez le destinataire).</a:t>
            </a:r>
          </a:p>
        </p:txBody>
      </p:sp>
      <p:sp>
        <p:nvSpPr>
          <p:cNvPr id="9" name="Oval 8"/>
          <p:cNvSpPr/>
          <p:nvPr/>
        </p:nvSpPr>
        <p:spPr>
          <a:xfrm>
            <a:off x="5715000" y="193000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4184" y="1939144"/>
            <a:ext cx="255117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Double-cliquez sur la vitrine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pour poser un post-it à cet endroit. Un simple clic reste un clic normal : vous pouvez naviguer sans rien créer.</a:t>
            </a:r>
          </a:p>
        </p:txBody>
      </p:sp>
      <p:sp>
        <p:nvSpPr>
          <p:cNvPr id="11" name="Oval 10"/>
          <p:cNvSpPr/>
          <p:nvPr/>
        </p:nvSpPr>
        <p:spPr>
          <a:xfrm>
            <a:off x="5715000" y="278000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4184" y="2789144"/>
            <a:ext cx="2551176" cy="162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Clôturer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une remarque traitée.</a:t>
            </a:r>
          </a:p>
        </p:txBody>
      </p:sp>
      <p:sp>
        <p:nvSpPr>
          <p:cNvPr id="13" name="Oval 12"/>
          <p:cNvSpPr/>
          <p:nvPr/>
        </p:nvSpPr>
        <p:spPr>
          <a:xfrm>
            <a:off x="5715000" y="3150000"/>
            <a:ext cx="237744" cy="237744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Roboto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4184" y="3159144"/>
            <a:ext cx="255117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« Répondre »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pour échanger sur le post-it.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434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5B6573"/>
                </a:solidFill>
                <a:latin typeface="Roboto"/>
              </a:rPr>
              <a:t>Sur l’accueil, un badge « N retours » signale les post-its posés par d’autres personnes et pas encore traités sur la vitrine de votre projet.</a:t>
            </a:r>
          </a:p>
        </p:txBody>
      </p:sp>
      <p:sp>
        <p:nvSpPr>
          <p:cNvPr id="30" name="TextBox A savoir"/>
          <p:cNvSpPr txBox="1"/>
          <p:nvPr/>
        </p:nvSpPr>
        <p:spPr>
          <a:xfrm>
            <a:off x="6044184" y="3750000"/>
            <a:ext cx="2551176" cy="325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2A37"/>
                </a:solidFill>
                <a:latin typeface="Roboto"/>
              </a:rPr>
              <a:t>À savoir. </a:t>
            </a:r>
            <a:r>
              <a:rPr sz="1000" b="0" i="0">
                <a:solidFill>
                  <a:srgbClr val="1F2A37"/>
                </a:solidFill>
                <a:latin typeface="Roboto"/>
              </a:rPr>
              <a:t>À chaque arrivée en mode annotation, une fenêtre d’aide rappelle le fonctionnement du double-clic. Cochez « Ne plus afficher cette aide » pour ne plus la voir ; la barre du haut garde le rappel.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LFB-2026">
      <a:dk1>
        <a:srgbClr val="003059"/>
      </a:dk1>
      <a:lt1>
        <a:sysClr val="window" lastClr="FFFFFF"/>
      </a:lt1>
      <a:dk2>
        <a:srgbClr val="003059"/>
      </a:dk2>
      <a:lt2>
        <a:srgbClr val="E8D4AB"/>
      </a:lt2>
      <a:accent1>
        <a:srgbClr val="003059"/>
      </a:accent1>
      <a:accent2>
        <a:srgbClr val="0061B0"/>
      </a:accent2>
      <a:accent3>
        <a:srgbClr val="6BB0CF"/>
      </a:accent3>
      <a:accent4>
        <a:srgbClr val="37290C"/>
      </a:accent4>
      <a:accent5>
        <a:srgbClr val="996B14"/>
      </a:accent5>
      <a:accent6>
        <a:srgbClr val="E2C386"/>
      </a:accent6>
      <a:hlink>
        <a:srgbClr val="6BB0CF"/>
      </a:hlink>
      <a:folHlink>
        <a:srgbClr val="996B14"/>
      </a:folHlink>
    </a:clrScheme>
    <a:fontScheme name="MasqueLFB">
      <a:majorFont>
        <a:latin typeface="Roboto Light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solidFill>
              <a:schemeClr val="tx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f005565-df45-469f-9667-e24999810575">
      <Terms xmlns="http://schemas.microsoft.com/office/infopath/2007/PartnerControls"/>
    </lcf76f155ced4ddcb4097134ff3c332f>
    <TaxCatchAll xmlns="a9adc06b-4697-48c7-a036-8e5d61601cc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A680F56D598AF48895FD65636B7099C" ma:contentTypeVersion="11" ma:contentTypeDescription="Crée un document." ma:contentTypeScope="" ma:versionID="c10cc5aa533382c2bf377b5cc7daa35e">
  <xsd:schema xmlns:xsd="http://www.w3.org/2001/XMLSchema" xmlns:xs="http://www.w3.org/2001/XMLSchema" xmlns:p="http://schemas.microsoft.com/office/2006/metadata/properties" xmlns:ns2="3f005565-df45-469f-9667-e24999810575" xmlns:ns3="a9adc06b-4697-48c7-a036-8e5d61601ccd" targetNamespace="http://schemas.microsoft.com/office/2006/metadata/properties" ma:root="true" ma:fieldsID="16621fbe1258d010bf7125c946bb7000" ns2:_="" ns3:_="">
    <xsd:import namespace="3f005565-df45-469f-9667-e24999810575"/>
    <xsd:import namespace="a9adc06b-4697-48c7-a036-8e5d61601c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005565-df45-469f-9667-e249998105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6f3cd56c-c2c5-47c6-80d7-a62c1de323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adc06b-4697-48c7-a036-8e5d61601cc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b442f2d-0dee-4b4e-ac57-f12d8d2405db}" ma:internalName="TaxCatchAll" ma:showField="CatchAllData" ma:web="a9adc06b-4697-48c7-a036-8e5d61601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B9DA977-7A93-49E1-B926-3A4C91BC8CA9}">
  <ds:schemaRefs>
    <ds:schemaRef ds:uri="3f005565-df45-469f-9667-e24999810575"/>
    <ds:schemaRef ds:uri="a9adc06b-4697-48c7-a036-8e5d61601cc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854A56A-71C2-41A8-AEF7-D5A89594EF27}">
  <ds:schemaRefs>
    <ds:schemaRef ds:uri="3f005565-df45-469f-9667-e24999810575"/>
    <ds:schemaRef ds:uri="a9adc06b-4697-48c7-a036-8e5d61601cc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31C3163-3B6B-4CF1-96A4-93514C5C90E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Affichage à l'écran (16:9)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9" baseType="lpstr">
      <vt:lpstr>Arial</vt:lpstr>
      <vt:lpstr>Roboto</vt:lpstr>
      <vt:lpstr>Roboto Black</vt:lpstr>
      <vt:lpstr>Roboto Bold</vt:lpstr>
      <vt:lpstr>Roboto Light</vt:lpstr>
      <vt:lpstr>Roboto Thin</vt:lpstr>
      <vt:lpstr>Times New Roman</vt:lpstr>
      <vt:lpstr>Wingdings</vt:lpstr>
      <vt:lpstr>3_Office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LASSAUGE Antoine</cp:lastModifiedBy>
  <cp:revision>2</cp:revision>
  <dcterms:created xsi:type="dcterms:W3CDTF">2025-06-02T07:25:18Z</dcterms:created>
  <dcterms:modified xsi:type="dcterms:W3CDTF">2026-10-16T07:54:22Z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2025-05-23T00:00:00Z</vt:filetime>
  </property>
  <property fmtid="{D5CDD505-2E9C-101B-9397-08002B2CF9AE}" pid="3" name="Creator">
    <vt:lpwstr>Adobe InDesign 20.3 (Windows)</vt:lpwstr>
  </property>
  <property fmtid="{D5CDD505-2E9C-101B-9397-08002B2CF9AE}" pid="4" name="LastSaved">
    <vt:filetime>2025-06-02T00:00:00Z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0x0101002A680F56D598AF48895FD65636B7099C</vt:lpwstr>
  </property>
  <property fmtid="{D5CDD505-2E9C-101B-9397-08002B2CF9AE}" pid="7" name="MediaServiceImageTags">
    <vt:lpwstr/>
  </property>
</Properties>
</file>