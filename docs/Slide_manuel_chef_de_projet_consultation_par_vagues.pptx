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4"/>
  </p:sldMasterIdLst>
  <p:notesMasterIdLst>
    <p:notesMasterId r:id="rId5"/>
  </p:notesMasterIdLst>
  <p:handoutMasterIdLst>
    <p:handoutMasterId r:id="rId6"/>
  </p:handoutMasterIdLst>
  <p:sldIdLst>
    <p:sldId id="289" r:id="rId46"/>
  </p:sldIdLst>
  <p:sldSz cx="9144000" cy="5143500" type="screen16x9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39F4BF-0341-AFAC-5855-B26460CBBB83}" name="LASAGNI Sandra" initials="" userId="S::sandra.lasagni@lfb.fr::e0f77007-77bf-4b17-b508-8ab4747f542e" providerId="AD"/>
  <p188:author id="{D2C424F3-3822-045C-2FA4-A186F71A2E74}" name="LASSAUGE Antoine" initials="AL" userId="S::antoine.lassauge@lfb.fr::084dd7b9-c075-4e44-b110-7ae25ba437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9"/>
    <a:srgbClr val="B69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8/10/relationships/authors" Target="authors.xml"/><Relationship Id="rId46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AUGE Antoine" userId="084dd7b9-c075-4e44-b110-7ae25ba4373a" providerId="ADAL" clId="{8167A0E6-82FA-4EE2-BC68-10136220967F}"/>
    <pc:docChg chg="delSld delMainMaster delSection modSection">
      <pc:chgData name="LASSAUGE Antoine" userId="084dd7b9-c075-4e44-b110-7ae25ba4373a" providerId="ADAL" clId="{8167A0E6-82FA-4EE2-BC68-10136220967F}" dt="2026-10-16T07:54:22.126" v="0" actId="47"/>
      <pc:docMkLst>
        <pc:docMk/>
      </pc:docMkLst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27656303" sldId="28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74527865" sldId="28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52779469" sldId="28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462667797" sldId="28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6581385" sldId="28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804289858" sldId="28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742957264" sldId="2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218306" sldId="2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18586193" sldId="214747930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86270846" sldId="21474793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22404018" sldId="214747931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43243117" sldId="21474793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38209721" sldId="21474793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33411034" sldId="21474793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90609980" sldId="214747939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2276802" sldId="214747939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428582466" sldId="214747939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641549490" sldId="214747939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744668011" sldId="214747940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79977954" sldId="214747940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13670971" sldId="214747940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996878766" sldId="214747940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86861412" sldId="21474794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222817383" sldId="214747940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02284328" sldId="214747940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75799596" sldId="214747941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566936073" sldId="214747941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24303922" sldId="21474794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67667957" sldId="214747941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15411923" sldId="214747941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03320857" sldId="214747941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648614323" sldId="214747941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8224638" sldId="214747942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07808926" sldId="214747942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16514924" sldId="214747942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37628817" sldId="2147479424"/>
        </pc:sldMkLst>
      </pc:sld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0" sldId="2147483648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822688767" sldId="214748366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591790522" sldId="214748366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136847957" sldId="214748366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905338765" sldId="214748366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2371480725" sldId="214748367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437568387" sldId="2147483671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3565061637" sldId="2147483673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7581825" sldId="214748367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926560265" sldId="214748367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786875924" sldId="214748367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043020610" sldId="214748367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795548132" sldId="214748367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61145824" sldId="214748367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104001246" sldId="214748368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9163691" sldId="214748368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586393979" sldId="214748368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023830793" sldId="214748368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705388760" sldId="214748368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795012147" sldId="214748368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39740493" sldId="214748368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594440989" sldId="214748368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574059817" sldId="2147483688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2285304288" sldId="2147483689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938981352" sldId="214748369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201397024" sldId="214748369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78132580" sldId="214748369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709305364" sldId="214748369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63762396" sldId="214748369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88653734" sldId="214748369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045208015" sldId="214748369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5556572" sldId="214748369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7903136" sldId="214748369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112855140" sldId="214748369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719654944" sldId="214748370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957045087" sldId="214748370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31793074" sldId="214748370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557571389" sldId="214748370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027591501" sldId="214748370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17714072" sldId="2147483719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2CE7B6D-F95D-2D22-BE43-7FF4085629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2D6A0B-14D2-2229-8487-3FB60739A9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404C1-B096-4F23-BBD3-2A961249D839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5B24E-325C-CD04-0024-8620E8FA69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0258C6-E311-196B-54D6-6EA51B823B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339A6-0A49-4036-A30D-EA8393A9D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5163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BBAB1-F7A1-481C-B2C4-C67D719ACC75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41B19-7CA3-44B0-834C-F69EE93D8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893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BC9315-5B51-B82E-C9EE-D6D33B438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93D73F-6B7A-ADF0-C3B7-C61F97F90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02DCA-E586-7608-A3BF-E293439D096B}"/>
              </a:ext>
            </a:extLst>
          </p:cNvPr>
          <p:cNvSpPr/>
          <p:nvPr userDrawn="1"/>
        </p:nvSpPr>
        <p:spPr>
          <a:xfrm>
            <a:off x="0" y="4691178"/>
            <a:ext cx="91440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B7DCAC-2F30-3770-92F4-B7D496BA75C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5B4E63CF-2376-B72A-875A-CE5CFD414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692" y="1807943"/>
            <a:ext cx="4748219" cy="1527284"/>
          </a:xfrm>
        </p:spPr>
        <p:txBody>
          <a:bodyPr anchor="ctr" anchorCtr="0"/>
          <a:lstStyle>
            <a:lvl1pPr>
              <a:defRPr sz="3500" b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r>
              <a:rPr lang="fr-FR"/>
              <a:t>Cliquez </a:t>
            </a:r>
            <a:br>
              <a:rPr lang="fr-FR"/>
            </a:br>
            <a:r>
              <a:rPr lang="fr-FR"/>
              <a:t>pour modifier</a:t>
            </a:r>
            <a:br>
              <a:rPr lang="fr-FR"/>
            </a:br>
            <a:r>
              <a:rPr lang="fr-FR"/>
              <a:t>le titre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0FA12C8-4E1D-0751-DB3C-8BEC53949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692" y="4324350"/>
            <a:ext cx="2578100" cy="277953"/>
          </a:xfrm>
        </p:spPr>
        <p:txBody>
          <a:bodyPr anchor="b" anchorCtr="0"/>
          <a:lstStyle>
            <a:lvl1pPr>
              <a:defRPr sz="1200" cap="none" baseline="0">
                <a:solidFill>
                  <a:schemeClr val="tx2"/>
                </a:solidFill>
                <a:latin typeface="Roboto Bold" panose="02000000000000000000" pitchFamily="2" charset="0"/>
              </a:defRPr>
            </a:lvl1pPr>
          </a:lstStyle>
          <a:p>
            <a:pPr lvl="0"/>
            <a:r>
              <a:rPr lang="fr-FR"/>
              <a:t>Date ici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A8BA232-1762-24CE-92C9-1C4E61E8D216}"/>
              </a:ext>
            </a:extLst>
          </p:cNvPr>
          <p:cNvSpPr/>
          <p:nvPr/>
        </p:nvSpPr>
        <p:spPr>
          <a:xfrm>
            <a:off x="0" y="541198"/>
            <a:ext cx="536575" cy="1073150"/>
          </a:xfrm>
          <a:custGeom>
            <a:avLst/>
            <a:gdLst/>
            <a:ahLst/>
            <a:cxnLst/>
            <a:rect l="l" t="t" r="r" b="b"/>
            <a:pathLst>
              <a:path w="536575" h="1073150">
                <a:moveTo>
                  <a:pt x="536397" y="536397"/>
                </a:moveTo>
                <a:lnTo>
                  <a:pt x="5105" y="536397"/>
                </a:lnTo>
                <a:lnTo>
                  <a:pt x="0" y="536397"/>
                </a:lnTo>
                <a:lnTo>
                  <a:pt x="0" y="1072667"/>
                </a:lnTo>
                <a:lnTo>
                  <a:pt x="53454" y="1070597"/>
                </a:lnTo>
                <a:lnTo>
                  <a:pt x="100596" y="1064158"/>
                </a:lnTo>
                <a:lnTo>
                  <a:pt x="146342" y="1053630"/>
                </a:lnTo>
                <a:lnTo>
                  <a:pt x="190487" y="1039241"/>
                </a:lnTo>
                <a:lnTo>
                  <a:pt x="232854" y="1021143"/>
                </a:lnTo>
                <a:lnTo>
                  <a:pt x="273253" y="999566"/>
                </a:lnTo>
                <a:lnTo>
                  <a:pt x="311505" y="974661"/>
                </a:lnTo>
                <a:lnTo>
                  <a:pt x="347408" y="946645"/>
                </a:lnTo>
                <a:lnTo>
                  <a:pt x="380784" y="915682"/>
                </a:lnTo>
                <a:lnTo>
                  <a:pt x="411441" y="881989"/>
                </a:lnTo>
                <a:lnTo>
                  <a:pt x="439191" y="845743"/>
                </a:lnTo>
                <a:lnTo>
                  <a:pt x="463854" y="807123"/>
                </a:lnTo>
                <a:lnTo>
                  <a:pt x="485241" y="766343"/>
                </a:lnTo>
                <a:lnTo>
                  <a:pt x="503148" y="723557"/>
                </a:lnTo>
                <a:lnTo>
                  <a:pt x="517410" y="678992"/>
                </a:lnTo>
                <a:lnTo>
                  <a:pt x="527837" y="632815"/>
                </a:lnTo>
                <a:lnTo>
                  <a:pt x="534225" y="585216"/>
                </a:lnTo>
                <a:lnTo>
                  <a:pt x="536397" y="536397"/>
                </a:lnTo>
                <a:close/>
              </a:path>
              <a:path w="536575" h="1073150">
                <a:moveTo>
                  <a:pt x="536397" y="0"/>
                </a:moveTo>
                <a:lnTo>
                  <a:pt x="0" y="0"/>
                </a:lnTo>
                <a:lnTo>
                  <a:pt x="0" y="536270"/>
                </a:lnTo>
                <a:lnTo>
                  <a:pt x="5105" y="536397"/>
                </a:lnTo>
                <a:lnTo>
                  <a:pt x="53454" y="534200"/>
                </a:lnTo>
                <a:lnTo>
                  <a:pt x="100596" y="527748"/>
                </a:lnTo>
                <a:lnTo>
                  <a:pt x="146342" y="517232"/>
                </a:lnTo>
                <a:lnTo>
                  <a:pt x="190487" y="502831"/>
                </a:lnTo>
                <a:lnTo>
                  <a:pt x="232854" y="484746"/>
                </a:lnTo>
                <a:lnTo>
                  <a:pt x="273253" y="463156"/>
                </a:lnTo>
                <a:lnTo>
                  <a:pt x="311505" y="438264"/>
                </a:lnTo>
                <a:lnTo>
                  <a:pt x="347408" y="410235"/>
                </a:lnTo>
                <a:lnTo>
                  <a:pt x="380784" y="379285"/>
                </a:lnTo>
                <a:lnTo>
                  <a:pt x="411441" y="345592"/>
                </a:lnTo>
                <a:lnTo>
                  <a:pt x="439191" y="309333"/>
                </a:lnTo>
                <a:lnTo>
                  <a:pt x="463854" y="270725"/>
                </a:lnTo>
                <a:lnTo>
                  <a:pt x="485241" y="229933"/>
                </a:lnTo>
                <a:lnTo>
                  <a:pt x="503148" y="187159"/>
                </a:lnTo>
                <a:lnTo>
                  <a:pt x="517410" y="142595"/>
                </a:lnTo>
                <a:lnTo>
                  <a:pt x="527837" y="96418"/>
                </a:lnTo>
                <a:lnTo>
                  <a:pt x="534225" y="48818"/>
                </a:lnTo>
                <a:lnTo>
                  <a:pt x="536397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E87A0883-9331-5D02-4631-0D71DB709C5F}"/>
              </a:ext>
            </a:extLst>
          </p:cNvPr>
          <p:cNvSpPr/>
          <p:nvPr/>
        </p:nvSpPr>
        <p:spPr>
          <a:xfrm>
            <a:off x="2727693" y="541186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30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8F881973-DA93-3507-4631-E8D204C84E39}"/>
              </a:ext>
            </a:extLst>
          </p:cNvPr>
          <p:cNvSpPr/>
          <p:nvPr/>
        </p:nvSpPr>
        <p:spPr>
          <a:xfrm>
            <a:off x="2727693" y="2571585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29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CB58EE91-9F66-698E-9351-E8224C8422C2}"/>
              </a:ext>
            </a:extLst>
          </p:cNvPr>
          <p:cNvSpPr/>
          <p:nvPr/>
        </p:nvSpPr>
        <p:spPr>
          <a:xfrm>
            <a:off x="0" y="1613993"/>
            <a:ext cx="540385" cy="2988310"/>
          </a:xfrm>
          <a:custGeom>
            <a:avLst/>
            <a:gdLst/>
            <a:ahLst/>
            <a:cxnLst/>
            <a:rect l="l" t="t" r="r" b="b"/>
            <a:pathLst>
              <a:path w="540385" h="2988310">
                <a:moveTo>
                  <a:pt x="540004" y="0"/>
                </a:moveTo>
                <a:lnTo>
                  <a:pt x="0" y="0"/>
                </a:lnTo>
                <a:lnTo>
                  <a:pt x="0" y="2987992"/>
                </a:lnTo>
                <a:lnTo>
                  <a:pt x="540004" y="2987992"/>
                </a:lnTo>
                <a:lnTo>
                  <a:pt x="540004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Espace réservé pour une image  89">
            <a:extLst>
              <a:ext uri="{FF2B5EF4-FFF2-40B4-BE49-F238E27FC236}">
                <a16:creationId xmlns:a16="http://schemas.microsoft.com/office/drawing/2014/main" id="{DD4D3EE9-6092-1071-706C-5E442A3B5B3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33400" y="541186"/>
            <a:ext cx="2198103" cy="4061118"/>
          </a:xfrm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8193FC7-55B3-095B-8EEC-DBF2B6E0A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pic>
        <p:nvPicPr>
          <p:cNvPr id="2" name="Espace réservé pour une image  7" descr="Une image contenant personne, habits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9528A68B-83C1-2AD5-BD91-DDB7C03934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-90" r="21104" b="90"/>
          <a:stretch>
            <a:fillRect/>
          </a:stretch>
        </p:blipFill>
        <p:spPr>
          <a:xfrm>
            <a:off x="533400" y="541185"/>
            <a:ext cx="2198104" cy="406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6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94F234-E42C-3145-F800-46F86EF1A17A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space réservé du texte 105">
            <a:extLst>
              <a:ext uri="{FF2B5EF4-FFF2-40B4-BE49-F238E27FC236}">
                <a16:creationId xmlns:a16="http://schemas.microsoft.com/office/drawing/2014/main" id="{AFC3790F-95A4-FE3A-9007-21495798CE3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55994" y="2296343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7" name="Espace réservé du texte 105">
            <a:extLst>
              <a:ext uri="{FF2B5EF4-FFF2-40B4-BE49-F238E27FC236}">
                <a16:creationId xmlns:a16="http://schemas.microsoft.com/office/drawing/2014/main" id="{47E54E45-A80B-F4EF-0528-1E66CA4C5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429000" y="2303306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08" name="Espace réservé du texte 105">
            <a:extLst>
              <a:ext uri="{FF2B5EF4-FFF2-40B4-BE49-F238E27FC236}">
                <a16:creationId xmlns:a16="http://schemas.microsoft.com/office/drawing/2014/main" id="{E64ACC75-D2EF-FEC1-4D08-441A7B97984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55994" y="2749256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2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9" name="Espace réservé du texte 105">
            <a:extLst>
              <a:ext uri="{FF2B5EF4-FFF2-40B4-BE49-F238E27FC236}">
                <a16:creationId xmlns:a16="http://schemas.microsoft.com/office/drawing/2014/main" id="{D1CCC70D-372A-86D5-2597-8E5C0B36BAF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429000" y="2756219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0" name="Espace réservé du texte 105">
            <a:extLst>
              <a:ext uri="{FF2B5EF4-FFF2-40B4-BE49-F238E27FC236}">
                <a16:creationId xmlns:a16="http://schemas.microsoft.com/office/drawing/2014/main" id="{8D65A185-5084-FB2D-5067-F5109266562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55994" y="3209132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3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1" name="Espace réservé du texte 105">
            <a:extLst>
              <a:ext uri="{FF2B5EF4-FFF2-40B4-BE49-F238E27FC236}">
                <a16:creationId xmlns:a16="http://schemas.microsoft.com/office/drawing/2014/main" id="{BE029831-9CFB-95BE-3748-97446529104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29000" y="321609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2" name="Espace réservé du texte 105">
            <a:extLst>
              <a:ext uri="{FF2B5EF4-FFF2-40B4-BE49-F238E27FC236}">
                <a16:creationId xmlns:a16="http://schemas.microsoft.com/office/drawing/2014/main" id="{B55C7AB3-52F6-62F3-B0E3-6A4F2520A19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5994" y="3637780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4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3" name="Espace réservé du texte 105">
            <a:extLst>
              <a:ext uri="{FF2B5EF4-FFF2-40B4-BE49-F238E27FC236}">
                <a16:creationId xmlns:a16="http://schemas.microsoft.com/office/drawing/2014/main" id="{8E1AF094-4A70-E6FE-DF85-918DCDBB13F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429000" y="3644743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4" name="Espace réservé du texte 105">
            <a:extLst>
              <a:ext uri="{FF2B5EF4-FFF2-40B4-BE49-F238E27FC236}">
                <a16:creationId xmlns:a16="http://schemas.microsoft.com/office/drawing/2014/main" id="{76E4D111-CC39-D743-67B1-48B1B121E5A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19700" y="229634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5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5" name="Espace réservé du texte 105">
            <a:extLst>
              <a:ext uri="{FF2B5EF4-FFF2-40B4-BE49-F238E27FC236}">
                <a16:creationId xmlns:a16="http://schemas.microsoft.com/office/drawing/2014/main" id="{F4FB5A0E-2175-5868-C394-6245612A9DE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076022" y="230610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6" name="Espace réservé du texte 105">
            <a:extLst>
              <a:ext uri="{FF2B5EF4-FFF2-40B4-BE49-F238E27FC236}">
                <a16:creationId xmlns:a16="http://schemas.microsoft.com/office/drawing/2014/main" id="{E2E6260F-363A-57B7-23BF-D9123A1532F3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19700" y="2749256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6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7" name="Espace réservé du texte 105">
            <a:extLst>
              <a:ext uri="{FF2B5EF4-FFF2-40B4-BE49-F238E27FC236}">
                <a16:creationId xmlns:a16="http://schemas.microsoft.com/office/drawing/2014/main" id="{25EA6477-4019-2F41-55A3-085B7971C8F4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076022" y="275901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8" name="Espace réservé du texte 105">
            <a:extLst>
              <a:ext uri="{FF2B5EF4-FFF2-40B4-BE49-F238E27FC236}">
                <a16:creationId xmlns:a16="http://schemas.microsoft.com/office/drawing/2014/main" id="{41E19886-1FCB-C0CB-B499-8B3BFA8EBEBD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219700" y="320913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7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9" name="Espace réservé du texte 105">
            <a:extLst>
              <a:ext uri="{FF2B5EF4-FFF2-40B4-BE49-F238E27FC236}">
                <a16:creationId xmlns:a16="http://schemas.microsoft.com/office/drawing/2014/main" id="{A40ED9E4-19CA-79F7-F897-80052FFF5A9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76022" y="321889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0" name="Espace réservé du texte 105">
            <a:extLst>
              <a:ext uri="{FF2B5EF4-FFF2-40B4-BE49-F238E27FC236}">
                <a16:creationId xmlns:a16="http://schemas.microsoft.com/office/drawing/2014/main" id="{0E31F892-7816-6952-89E6-B43965C4C22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219700" y="3637779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8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21" name="Espace réservé du texte 105">
            <a:extLst>
              <a:ext uri="{FF2B5EF4-FFF2-40B4-BE49-F238E27FC236}">
                <a16:creationId xmlns:a16="http://schemas.microsoft.com/office/drawing/2014/main" id="{F99C2A6E-9E00-1A0F-0288-5D885C6AE328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076022" y="3647538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6" name="Espace réservé du numéro de diapositive 125">
            <a:extLst>
              <a:ext uri="{FF2B5EF4-FFF2-40B4-BE49-F238E27FC236}">
                <a16:creationId xmlns:a16="http://schemas.microsoft.com/office/drawing/2014/main" id="{7C502C72-215E-C49D-2060-58E72CA97A3B}"/>
              </a:ext>
            </a:extLst>
          </p:cNvPr>
          <p:cNvSpPr>
            <a:spLocks noGrp="1"/>
          </p:cNvSpPr>
          <p:nvPr userDrawn="1">
            <p:ph type="sldNum" sz="quarter" idx="29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51A9525E-DFC5-4ACE-9666-35BE515C9387}"/>
              </a:ext>
            </a:extLst>
          </p:cNvPr>
          <p:cNvSpPr/>
          <p:nvPr/>
        </p:nvSpPr>
        <p:spPr>
          <a:xfrm>
            <a:off x="0" y="-12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80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39E489F-EBE7-7CE1-8930-FB823BE693FF}"/>
              </a:ext>
            </a:extLst>
          </p:cNvPr>
          <p:cNvSpPr/>
          <p:nvPr/>
        </p:nvSpPr>
        <p:spPr>
          <a:xfrm>
            <a:off x="0" y="2570390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79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Image 25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C5B991F-6F2F-F8EC-033E-1CE0AE6B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27" name="Titre 26">
            <a:extLst>
              <a:ext uri="{FF2B5EF4-FFF2-40B4-BE49-F238E27FC236}">
                <a16:creationId xmlns:a16="http://schemas.microsoft.com/office/drawing/2014/main" id="{917B67AB-E45C-7BB4-6A94-FCC6F589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0"/>
            <a:ext cx="6610350" cy="925737"/>
          </a:xfrm>
        </p:spPr>
        <p:txBody>
          <a:bodyPr/>
          <a:lstStyle>
            <a:lvl1pPr>
              <a:defRPr sz="35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142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3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9E89C33-9F7B-B54F-C142-EFACF9FC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buFont typeface="Arial" panose="020B0604020202020204" pitchFamily="34" charset="0"/>
              <a:buNone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625475" indent="-169863">
              <a:buFont typeface="Wingdings" panose="05000000000000000000" pitchFamily="2" charset="2"/>
              <a:buChar char="ü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 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50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-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6735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0DB024A-E023-95B8-0A52-384CC4439887}"/>
              </a:ext>
            </a:extLst>
          </p:cNvPr>
          <p:cNvSpPr/>
          <p:nvPr userDrawn="1"/>
        </p:nvSpPr>
        <p:spPr>
          <a:xfrm>
            <a:off x="333010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8107B72-76A4-39CA-6BBC-5ED7150AA812}"/>
              </a:ext>
            </a:extLst>
          </p:cNvPr>
          <p:cNvSpPr/>
          <p:nvPr userDrawn="1"/>
        </p:nvSpPr>
        <p:spPr>
          <a:xfrm>
            <a:off x="6121541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4144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sz="1400" b="0" cap="none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8" name="Espace réservé du texte 35">
            <a:extLst>
              <a:ext uri="{FF2B5EF4-FFF2-40B4-BE49-F238E27FC236}">
                <a16:creationId xmlns:a16="http://schemas.microsoft.com/office/drawing/2014/main" id="{DFDDC45F-E6B0-DF04-4F24-AA0E7283E5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5577" y="1678980"/>
            <a:ext cx="2420495" cy="2598036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59" name="Espace réservé du texte 35">
            <a:extLst>
              <a:ext uri="{FF2B5EF4-FFF2-40B4-BE49-F238E27FC236}">
                <a16:creationId xmlns:a16="http://schemas.microsoft.com/office/drawing/2014/main" id="{4210277C-2A66-C749-F50A-FAA3F137C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008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F37916-2FC1-A62B-278F-6266F266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28538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708" y="1676337"/>
            <a:ext cx="4706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B92B57-7DFD-D1E2-7312-D2CC485C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7">
            <a:extLst>
              <a:ext uri="{FF2B5EF4-FFF2-40B4-BE49-F238E27FC236}">
                <a16:creationId xmlns:a16="http://schemas.microsoft.com/office/drawing/2014/main" id="{C238880B-D635-9C63-7125-A57ACC4334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63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347D6D-18B2-F726-E6ED-ED308011FF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210E11-5AD9-CBD3-751C-9E0A26E5E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B151FC6-C560-C453-6BFC-E362236F5D83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2" name="Espace réservé du texte 35">
            <a:extLst>
              <a:ext uri="{FF2B5EF4-FFF2-40B4-BE49-F238E27FC236}">
                <a16:creationId xmlns:a16="http://schemas.microsoft.com/office/drawing/2014/main" id="{69D18321-49D4-CD25-7C98-8147F235FC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706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BE3115B-6BA7-5A00-B8A0-6D4E1F14BAF7}"/>
              </a:ext>
            </a:extLst>
          </p:cNvPr>
          <p:cNvSpPr/>
          <p:nvPr userDrawn="1"/>
        </p:nvSpPr>
        <p:spPr>
          <a:xfrm>
            <a:off x="472967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4" name="Espace réservé du texte 35">
            <a:extLst>
              <a:ext uri="{FF2B5EF4-FFF2-40B4-BE49-F238E27FC236}">
                <a16:creationId xmlns:a16="http://schemas.microsoft.com/office/drawing/2014/main" id="{9A4705F5-9F76-569D-8520-B447AD2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4710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78B762-6A11-1EA5-75A7-21E4BA21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533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E9A31D0E-43FF-8E56-EE40-5C7AD56B9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1992" y="539991"/>
            <a:ext cx="6432550" cy="40608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FB6A741-EC1D-A0C0-90DB-264445411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362B28A-24FA-EA61-797D-F9031AF2E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BE6E5EEF-5B45-4175-15E6-9C384CE51260}"/>
              </a:ext>
            </a:extLst>
          </p:cNvPr>
          <p:cNvSpPr/>
          <p:nvPr userDrawn="1"/>
        </p:nvSpPr>
        <p:spPr>
          <a:xfrm>
            <a:off x="6084000" y="2848499"/>
            <a:ext cx="2537439" cy="1952102"/>
          </a:xfrm>
          <a:custGeom>
            <a:avLst/>
            <a:gdLst/>
            <a:ahLst/>
            <a:cxnLst/>
            <a:rect l="l" t="t" r="r" b="b"/>
            <a:pathLst>
              <a:path w="2520315" h="2520315">
                <a:moveTo>
                  <a:pt x="2519997" y="0"/>
                </a:moveTo>
                <a:lnTo>
                  <a:pt x="0" y="0"/>
                </a:lnTo>
                <a:lnTo>
                  <a:pt x="0" y="2519997"/>
                </a:lnTo>
                <a:lnTo>
                  <a:pt x="2519997" y="2519997"/>
                </a:lnTo>
                <a:lnTo>
                  <a:pt x="2519997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AFF982BE-C331-C0BA-FC7F-3160C62595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319" y="3314464"/>
            <a:ext cx="2103118" cy="857487"/>
          </a:xfrm>
        </p:spPr>
        <p:txBody>
          <a:bodyPr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B0CA141-2DE3-43CA-D1E3-95B2C6E8FE2A}"/>
              </a:ext>
            </a:extLst>
          </p:cNvPr>
          <p:cNvSpPr/>
          <p:nvPr userDrawn="1"/>
        </p:nvSpPr>
        <p:spPr>
          <a:xfrm>
            <a:off x="539991" y="540003"/>
            <a:ext cx="612140" cy="1224280"/>
          </a:xfrm>
          <a:custGeom>
            <a:avLst/>
            <a:gdLst/>
            <a:ahLst/>
            <a:cxnLst/>
            <a:rect l="l" t="t" r="r" b="b"/>
            <a:pathLst>
              <a:path w="612140" h="1224280">
                <a:moveTo>
                  <a:pt x="612000" y="612000"/>
                </a:moveTo>
                <a:lnTo>
                  <a:pt x="5816" y="612000"/>
                </a:lnTo>
                <a:lnTo>
                  <a:pt x="0" y="612000"/>
                </a:lnTo>
                <a:lnTo>
                  <a:pt x="0" y="1223848"/>
                </a:lnTo>
                <a:lnTo>
                  <a:pt x="53187" y="1222159"/>
                </a:lnTo>
                <a:lnTo>
                  <a:pt x="99568" y="1216723"/>
                </a:lnTo>
                <a:lnTo>
                  <a:pt x="144805" y="1207833"/>
                </a:lnTo>
                <a:lnTo>
                  <a:pt x="188785" y="1195628"/>
                </a:lnTo>
                <a:lnTo>
                  <a:pt x="231368" y="1180236"/>
                </a:lnTo>
                <a:lnTo>
                  <a:pt x="272402" y="1161796"/>
                </a:lnTo>
                <a:lnTo>
                  <a:pt x="311772" y="1140447"/>
                </a:lnTo>
                <a:lnTo>
                  <a:pt x="349338" y="1116317"/>
                </a:lnTo>
                <a:lnTo>
                  <a:pt x="384949" y="1089545"/>
                </a:lnTo>
                <a:lnTo>
                  <a:pt x="418503" y="1060272"/>
                </a:lnTo>
                <a:lnTo>
                  <a:pt x="449834" y="1028636"/>
                </a:lnTo>
                <a:lnTo>
                  <a:pt x="478828" y="994778"/>
                </a:lnTo>
                <a:lnTo>
                  <a:pt x="505345" y="958811"/>
                </a:lnTo>
                <a:lnTo>
                  <a:pt x="529234" y="920889"/>
                </a:lnTo>
                <a:lnTo>
                  <a:pt x="550392" y="881138"/>
                </a:lnTo>
                <a:lnTo>
                  <a:pt x="568655" y="839711"/>
                </a:lnTo>
                <a:lnTo>
                  <a:pt x="583895" y="796721"/>
                </a:lnTo>
                <a:lnTo>
                  <a:pt x="595998" y="752322"/>
                </a:lnTo>
                <a:lnTo>
                  <a:pt x="604799" y="706640"/>
                </a:lnTo>
                <a:lnTo>
                  <a:pt x="610184" y="659828"/>
                </a:lnTo>
                <a:lnTo>
                  <a:pt x="612000" y="612000"/>
                </a:lnTo>
                <a:close/>
              </a:path>
              <a:path w="612140" h="1224280">
                <a:moveTo>
                  <a:pt x="612000" y="0"/>
                </a:moveTo>
                <a:lnTo>
                  <a:pt x="0" y="0"/>
                </a:lnTo>
                <a:lnTo>
                  <a:pt x="0" y="611847"/>
                </a:lnTo>
                <a:lnTo>
                  <a:pt x="5816" y="612000"/>
                </a:lnTo>
                <a:lnTo>
                  <a:pt x="53187" y="610158"/>
                </a:lnTo>
                <a:lnTo>
                  <a:pt x="99568" y="604723"/>
                </a:lnTo>
                <a:lnTo>
                  <a:pt x="144805" y="595833"/>
                </a:lnTo>
                <a:lnTo>
                  <a:pt x="188785" y="583628"/>
                </a:lnTo>
                <a:lnTo>
                  <a:pt x="231368" y="568236"/>
                </a:lnTo>
                <a:lnTo>
                  <a:pt x="272402" y="549795"/>
                </a:lnTo>
                <a:lnTo>
                  <a:pt x="311772" y="528447"/>
                </a:lnTo>
                <a:lnTo>
                  <a:pt x="349338" y="504317"/>
                </a:lnTo>
                <a:lnTo>
                  <a:pt x="384949" y="477545"/>
                </a:lnTo>
                <a:lnTo>
                  <a:pt x="418503" y="448271"/>
                </a:lnTo>
                <a:lnTo>
                  <a:pt x="449834" y="416636"/>
                </a:lnTo>
                <a:lnTo>
                  <a:pt x="478828" y="382778"/>
                </a:lnTo>
                <a:lnTo>
                  <a:pt x="505345" y="346811"/>
                </a:lnTo>
                <a:lnTo>
                  <a:pt x="529234" y="308889"/>
                </a:lnTo>
                <a:lnTo>
                  <a:pt x="550392" y="269138"/>
                </a:lnTo>
                <a:lnTo>
                  <a:pt x="568655" y="227711"/>
                </a:lnTo>
                <a:lnTo>
                  <a:pt x="583895" y="184721"/>
                </a:lnTo>
                <a:lnTo>
                  <a:pt x="595998" y="140322"/>
                </a:lnTo>
                <a:lnTo>
                  <a:pt x="604799" y="94640"/>
                </a:lnTo>
                <a:lnTo>
                  <a:pt x="610184" y="47828"/>
                </a:lnTo>
                <a:lnTo>
                  <a:pt x="612000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32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F4F04665-EC1D-7124-8547-0BAF536273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86636" y="539991"/>
            <a:ext cx="4441212" cy="3214166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CB4D253E-9C4B-3E40-4084-2EAF07D19D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0E5A1-EDCD-58E2-9FCE-14F6A4284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5E72C-508E-6160-EC92-C2842A49C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8A08401-5028-38F6-789B-7CEB8B25FE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590550"/>
            <a:ext cx="1828799" cy="6096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C3927A3-6C37-4A87-E507-4473611DF5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00" y="3931838"/>
            <a:ext cx="3086100" cy="5334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bg object 22">
            <a:extLst>
              <a:ext uri="{FF2B5EF4-FFF2-40B4-BE49-F238E27FC236}">
                <a16:creationId xmlns:a16="http://schemas.microsoft.com/office/drawing/2014/main" id="{C5A279D9-1F56-2241-4684-7D52D7199CFA}"/>
              </a:ext>
            </a:extLst>
          </p:cNvPr>
          <p:cNvSpPr/>
          <p:nvPr userDrawn="1"/>
        </p:nvSpPr>
        <p:spPr>
          <a:xfrm>
            <a:off x="540004" y="3754157"/>
            <a:ext cx="847090" cy="847090"/>
          </a:xfrm>
          <a:custGeom>
            <a:avLst/>
            <a:gdLst/>
            <a:ahLst/>
            <a:cxnLst/>
            <a:rect l="l" t="t" r="r" b="b"/>
            <a:pathLst>
              <a:path w="847090" h="847089">
                <a:moveTo>
                  <a:pt x="846632" y="0"/>
                </a:moveTo>
                <a:lnTo>
                  <a:pt x="0" y="0"/>
                </a:lnTo>
                <a:lnTo>
                  <a:pt x="0" y="846632"/>
                </a:lnTo>
                <a:lnTo>
                  <a:pt x="846632" y="846632"/>
                </a:lnTo>
                <a:lnTo>
                  <a:pt x="84663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3">
            <a:extLst>
              <a:ext uri="{FF2B5EF4-FFF2-40B4-BE49-F238E27FC236}">
                <a16:creationId xmlns:a16="http://schemas.microsoft.com/office/drawing/2014/main" id="{FC661207-C5A0-5A8B-9FEE-625BFC54EED5}"/>
              </a:ext>
            </a:extLst>
          </p:cNvPr>
          <p:cNvSpPr/>
          <p:nvPr userDrawn="1"/>
        </p:nvSpPr>
        <p:spPr>
          <a:xfrm>
            <a:off x="539991" y="540003"/>
            <a:ext cx="847090" cy="1693545"/>
          </a:xfrm>
          <a:custGeom>
            <a:avLst/>
            <a:gdLst/>
            <a:ahLst/>
            <a:cxnLst/>
            <a:rect l="l" t="t" r="r" b="b"/>
            <a:pathLst>
              <a:path w="847090" h="1693545">
                <a:moveTo>
                  <a:pt x="846632" y="846632"/>
                </a:moveTo>
                <a:lnTo>
                  <a:pt x="8051" y="846632"/>
                </a:lnTo>
                <a:lnTo>
                  <a:pt x="0" y="846632"/>
                </a:lnTo>
                <a:lnTo>
                  <a:pt x="0" y="1693062"/>
                </a:lnTo>
                <a:lnTo>
                  <a:pt x="55638" y="1691919"/>
                </a:lnTo>
                <a:lnTo>
                  <a:pt x="102527" y="1687957"/>
                </a:lnTo>
                <a:lnTo>
                  <a:pt x="148653" y="1681416"/>
                </a:lnTo>
                <a:lnTo>
                  <a:pt x="193941" y="1672399"/>
                </a:lnTo>
                <a:lnTo>
                  <a:pt x="238315" y="1660956"/>
                </a:lnTo>
                <a:lnTo>
                  <a:pt x="281711" y="1647164"/>
                </a:lnTo>
                <a:lnTo>
                  <a:pt x="324053" y="1631099"/>
                </a:lnTo>
                <a:lnTo>
                  <a:pt x="365277" y="1612823"/>
                </a:lnTo>
                <a:lnTo>
                  <a:pt x="405307" y="1592427"/>
                </a:lnTo>
                <a:lnTo>
                  <a:pt x="444080" y="1569961"/>
                </a:lnTo>
                <a:lnTo>
                  <a:pt x="481520" y="1545513"/>
                </a:lnTo>
                <a:lnTo>
                  <a:pt x="517550" y="1519148"/>
                </a:lnTo>
                <a:lnTo>
                  <a:pt x="552107" y="1490929"/>
                </a:lnTo>
                <a:lnTo>
                  <a:pt x="585114" y="1460931"/>
                </a:lnTo>
                <a:lnTo>
                  <a:pt x="616508" y="1429232"/>
                </a:lnTo>
                <a:lnTo>
                  <a:pt x="646214" y="1395907"/>
                </a:lnTo>
                <a:lnTo>
                  <a:pt x="674166" y="1361020"/>
                </a:lnTo>
                <a:lnTo>
                  <a:pt x="700290" y="1324648"/>
                </a:lnTo>
                <a:lnTo>
                  <a:pt x="724509" y="1286852"/>
                </a:lnTo>
                <a:lnTo>
                  <a:pt x="746760" y="1247711"/>
                </a:lnTo>
                <a:lnTo>
                  <a:pt x="766965" y="1207287"/>
                </a:lnTo>
                <a:lnTo>
                  <a:pt x="785063" y="1165669"/>
                </a:lnTo>
                <a:lnTo>
                  <a:pt x="800976" y="1122921"/>
                </a:lnTo>
                <a:lnTo>
                  <a:pt x="814628" y="1079106"/>
                </a:lnTo>
                <a:lnTo>
                  <a:pt x="825969" y="1034300"/>
                </a:lnTo>
                <a:lnTo>
                  <a:pt x="834898" y="988580"/>
                </a:lnTo>
                <a:lnTo>
                  <a:pt x="841375" y="942022"/>
                </a:lnTo>
                <a:lnTo>
                  <a:pt x="845312" y="894676"/>
                </a:lnTo>
                <a:lnTo>
                  <a:pt x="846632" y="846632"/>
                </a:lnTo>
                <a:close/>
              </a:path>
              <a:path w="847090" h="1693545">
                <a:moveTo>
                  <a:pt x="846632" y="0"/>
                </a:moveTo>
                <a:lnTo>
                  <a:pt x="0" y="0"/>
                </a:lnTo>
                <a:lnTo>
                  <a:pt x="0" y="846429"/>
                </a:lnTo>
                <a:lnTo>
                  <a:pt x="8051" y="846632"/>
                </a:lnTo>
                <a:lnTo>
                  <a:pt x="55638" y="845286"/>
                </a:lnTo>
                <a:lnTo>
                  <a:pt x="102527" y="841311"/>
                </a:lnTo>
                <a:lnTo>
                  <a:pt x="148653" y="834783"/>
                </a:lnTo>
                <a:lnTo>
                  <a:pt x="193941" y="825754"/>
                </a:lnTo>
                <a:lnTo>
                  <a:pt x="238315" y="814311"/>
                </a:lnTo>
                <a:lnTo>
                  <a:pt x="281711" y="800531"/>
                </a:lnTo>
                <a:lnTo>
                  <a:pt x="324053" y="784466"/>
                </a:lnTo>
                <a:lnTo>
                  <a:pt x="365277" y="766191"/>
                </a:lnTo>
                <a:lnTo>
                  <a:pt x="405307" y="745794"/>
                </a:lnTo>
                <a:lnTo>
                  <a:pt x="444080" y="723328"/>
                </a:lnTo>
                <a:lnTo>
                  <a:pt x="481520" y="698881"/>
                </a:lnTo>
                <a:lnTo>
                  <a:pt x="517550" y="672503"/>
                </a:lnTo>
                <a:lnTo>
                  <a:pt x="552107" y="644296"/>
                </a:lnTo>
                <a:lnTo>
                  <a:pt x="585114" y="614299"/>
                </a:lnTo>
                <a:lnTo>
                  <a:pt x="616508" y="582599"/>
                </a:lnTo>
                <a:lnTo>
                  <a:pt x="646214" y="549275"/>
                </a:lnTo>
                <a:lnTo>
                  <a:pt x="674166" y="514388"/>
                </a:lnTo>
                <a:lnTo>
                  <a:pt x="700290" y="478015"/>
                </a:lnTo>
                <a:lnTo>
                  <a:pt x="724509" y="440207"/>
                </a:lnTo>
                <a:lnTo>
                  <a:pt x="746760" y="401066"/>
                </a:lnTo>
                <a:lnTo>
                  <a:pt x="766965" y="360654"/>
                </a:lnTo>
                <a:lnTo>
                  <a:pt x="785063" y="319036"/>
                </a:lnTo>
                <a:lnTo>
                  <a:pt x="800976" y="276275"/>
                </a:lnTo>
                <a:lnTo>
                  <a:pt x="814628" y="232473"/>
                </a:lnTo>
                <a:lnTo>
                  <a:pt x="825969" y="187667"/>
                </a:lnTo>
                <a:lnTo>
                  <a:pt x="834898" y="141947"/>
                </a:lnTo>
                <a:lnTo>
                  <a:pt x="841375" y="95377"/>
                </a:lnTo>
                <a:lnTo>
                  <a:pt x="845312" y="48044"/>
                </a:lnTo>
                <a:lnTo>
                  <a:pt x="846632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894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bject 2">
            <a:extLst>
              <a:ext uri="{FF2B5EF4-FFF2-40B4-BE49-F238E27FC236}">
                <a16:creationId xmlns:a16="http://schemas.microsoft.com/office/drawing/2014/main" id="{2EECF248-B093-FD0D-A5E7-B8F9405C81AF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B95FBB6-C41D-D0A3-1C1D-4BB42911525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6327000" y="6792760"/>
                  </a:moveTo>
                  <a:lnTo>
                    <a:pt x="6326759" y="6736550"/>
                  </a:lnTo>
                  <a:lnTo>
                    <a:pt x="6326073" y="6680441"/>
                  </a:lnTo>
                  <a:lnTo>
                    <a:pt x="6324930" y="6624434"/>
                  </a:lnTo>
                  <a:lnTo>
                    <a:pt x="6323330" y="6568541"/>
                  </a:lnTo>
                  <a:lnTo>
                    <a:pt x="6321272" y="6512763"/>
                  </a:lnTo>
                  <a:lnTo>
                    <a:pt x="6318771" y="6457112"/>
                  </a:lnTo>
                  <a:lnTo>
                    <a:pt x="6315811" y="6401562"/>
                  </a:lnTo>
                  <a:lnTo>
                    <a:pt x="6312408" y="6346139"/>
                  </a:lnTo>
                  <a:lnTo>
                    <a:pt x="6308560" y="6290830"/>
                  </a:lnTo>
                  <a:lnTo>
                    <a:pt x="6304254" y="6235649"/>
                  </a:lnTo>
                  <a:lnTo>
                    <a:pt x="6299517" y="6180594"/>
                  </a:lnTo>
                  <a:lnTo>
                    <a:pt x="6294336" y="6125667"/>
                  </a:lnTo>
                  <a:lnTo>
                    <a:pt x="6288722" y="6070854"/>
                  </a:lnTo>
                  <a:lnTo>
                    <a:pt x="6282664" y="6016180"/>
                  </a:lnTo>
                  <a:lnTo>
                    <a:pt x="6276175" y="5961634"/>
                  </a:lnTo>
                  <a:lnTo>
                    <a:pt x="6269240" y="5907227"/>
                  </a:lnTo>
                  <a:lnTo>
                    <a:pt x="6261887" y="5852947"/>
                  </a:lnTo>
                  <a:lnTo>
                    <a:pt x="6254102" y="5798807"/>
                  </a:lnTo>
                  <a:lnTo>
                    <a:pt x="6245885" y="5744807"/>
                  </a:lnTo>
                  <a:lnTo>
                    <a:pt x="6237236" y="5690946"/>
                  </a:lnTo>
                  <a:lnTo>
                    <a:pt x="6228169" y="5637225"/>
                  </a:lnTo>
                  <a:lnTo>
                    <a:pt x="6218669" y="5583644"/>
                  </a:lnTo>
                  <a:lnTo>
                    <a:pt x="6208750" y="5530215"/>
                  </a:lnTo>
                  <a:lnTo>
                    <a:pt x="6198413" y="5476926"/>
                  </a:lnTo>
                  <a:lnTo>
                    <a:pt x="6187668" y="5423789"/>
                  </a:lnTo>
                  <a:lnTo>
                    <a:pt x="6176492" y="5370804"/>
                  </a:lnTo>
                  <a:lnTo>
                    <a:pt x="6164910" y="5317960"/>
                  </a:lnTo>
                  <a:lnTo>
                    <a:pt x="6152908" y="5265280"/>
                  </a:lnTo>
                  <a:lnTo>
                    <a:pt x="6140501" y="5212753"/>
                  </a:lnTo>
                  <a:lnTo>
                    <a:pt x="6127686" y="5160391"/>
                  </a:lnTo>
                  <a:lnTo>
                    <a:pt x="6114453" y="5108181"/>
                  </a:lnTo>
                  <a:lnTo>
                    <a:pt x="6100826" y="5056124"/>
                  </a:lnTo>
                  <a:lnTo>
                    <a:pt x="6086792" y="5004244"/>
                  </a:lnTo>
                  <a:lnTo>
                    <a:pt x="6072352" y="4952517"/>
                  </a:lnTo>
                  <a:lnTo>
                    <a:pt x="6057506" y="4900955"/>
                  </a:lnTo>
                  <a:lnTo>
                    <a:pt x="6042279" y="4849571"/>
                  </a:lnTo>
                  <a:lnTo>
                    <a:pt x="6026632" y="4798352"/>
                  </a:lnTo>
                  <a:lnTo>
                    <a:pt x="6010605" y="4747298"/>
                  </a:lnTo>
                  <a:lnTo>
                    <a:pt x="5994184" y="4696422"/>
                  </a:lnTo>
                  <a:lnTo>
                    <a:pt x="5977369" y="4645723"/>
                  </a:lnTo>
                  <a:lnTo>
                    <a:pt x="5960161" y="4595203"/>
                  </a:lnTo>
                  <a:lnTo>
                    <a:pt x="5942571" y="4544860"/>
                  </a:lnTo>
                  <a:lnTo>
                    <a:pt x="5924588" y="4494695"/>
                  </a:lnTo>
                  <a:lnTo>
                    <a:pt x="5906224" y="4444708"/>
                  </a:lnTo>
                  <a:lnTo>
                    <a:pt x="5887478" y="4394911"/>
                  </a:lnTo>
                  <a:lnTo>
                    <a:pt x="5868352" y="4345292"/>
                  </a:lnTo>
                  <a:lnTo>
                    <a:pt x="5848845" y="4295864"/>
                  </a:lnTo>
                  <a:lnTo>
                    <a:pt x="5828957" y="4246626"/>
                  </a:lnTo>
                  <a:lnTo>
                    <a:pt x="5808700" y="4197578"/>
                  </a:lnTo>
                  <a:lnTo>
                    <a:pt x="5788063" y="4148721"/>
                  </a:lnTo>
                  <a:lnTo>
                    <a:pt x="5767044" y="4100055"/>
                  </a:lnTo>
                  <a:lnTo>
                    <a:pt x="5745670" y="4051579"/>
                  </a:lnTo>
                  <a:lnTo>
                    <a:pt x="5723928" y="4003319"/>
                  </a:lnTo>
                  <a:lnTo>
                    <a:pt x="5701804" y="3955250"/>
                  </a:lnTo>
                  <a:lnTo>
                    <a:pt x="5679325" y="3907371"/>
                  </a:lnTo>
                  <a:lnTo>
                    <a:pt x="5656491" y="3859707"/>
                  </a:lnTo>
                  <a:lnTo>
                    <a:pt x="5633288" y="3812248"/>
                  </a:lnTo>
                  <a:lnTo>
                    <a:pt x="5609717" y="3764991"/>
                  </a:lnTo>
                  <a:lnTo>
                    <a:pt x="5585790" y="3717937"/>
                  </a:lnTo>
                  <a:lnTo>
                    <a:pt x="5561520" y="3671100"/>
                  </a:lnTo>
                  <a:lnTo>
                    <a:pt x="5536882" y="3624478"/>
                  </a:lnTo>
                  <a:lnTo>
                    <a:pt x="5511901" y="3578060"/>
                  </a:lnTo>
                  <a:lnTo>
                    <a:pt x="5486552" y="3531857"/>
                  </a:lnTo>
                  <a:lnTo>
                    <a:pt x="5460873" y="3485870"/>
                  </a:lnTo>
                  <a:lnTo>
                    <a:pt x="5434838" y="3440112"/>
                  </a:lnTo>
                  <a:lnTo>
                    <a:pt x="5408460" y="3394570"/>
                  </a:lnTo>
                  <a:lnTo>
                    <a:pt x="5381726" y="3349244"/>
                  </a:lnTo>
                  <a:lnTo>
                    <a:pt x="5354663" y="3304146"/>
                  </a:lnTo>
                  <a:lnTo>
                    <a:pt x="5327256" y="3259277"/>
                  </a:lnTo>
                  <a:lnTo>
                    <a:pt x="5299507" y="3214624"/>
                  </a:lnTo>
                  <a:lnTo>
                    <a:pt x="5271427" y="3170212"/>
                  </a:lnTo>
                  <a:lnTo>
                    <a:pt x="5243004" y="3126028"/>
                  </a:lnTo>
                  <a:lnTo>
                    <a:pt x="5214251" y="3082074"/>
                  </a:lnTo>
                  <a:lnTo>
                    <a:pt x="5185168" y="3038348"/>
                  </a:lnTo>
                  <a:lnTo>
                    <a:pt x="5155755" y="2994863"/>
                  </a:lnTo>
                  <a:lnTo>
                    <a:pt x="5126012" y="2951619"/>
                  </a:lnTo>
                  <a:lnTo>
                    <a:pt x="5095951" y="2908617"/>
                  </a:lnTo>
                  <a:lnTo>
                    <a:pt x="5065547" y="2865844"/>
                  </a:lnTo>
                  <a:lnTo>
                    <a:pt x="5034839" y="2823324"/>
                  </a:lnTo>
                  <a:lnTo>
                    <a:pt x="5003800" y="2781046"/>
                  </a:lnTo>
                  <a:lnTo>
                    <a:pt x="4972443" y="2739021"/>
                  </a:lnTo>
                  <a:lnTo>
                    <a:pt x="4940770" y="2697238"/>
                  </a:lnTo>
                  <a:lnTo>
                    <a:pt x="4908778" y="2655697"/>
                  </a:lnTo>
                  <a:lnTo>
                    <a:pt x="4876470" y="2614422"/>
                  </a:lnTo>
                  <a:lnTo>
                    <a:pt x="4843856" y="2573388"/>
                  </a:lnTo>
                  <a:lnTo>
                    <a:pt x="4810925" y="2532621"/>
                  </a:lnTo>
                  <a:lnTo>
                    <a:pt x="4777689" y="2492095"/>
                  </a:lnTo>
                  <a:lnTo>
                    <a:pt x="4744148" y="2451836"/>
                  </a:lnTo>
                  <a:lnTo>
                    <a:pt x="4710303" y="2411844"/>
                  </a:lnTo>
                  <a:lnTo>
                    <a:pt x="4676152" y="2372106"/>
                  </a:lnTo>
                  <a:lnTo>
                    <a:pt x="4641697" y="2332634"/>
                  </a:lnTo>
                  <a:lnTo>
                    <a:pt x="4606950" y="2293429"/>
                  </a:lnTo>
                  <a:lnTo>
                    <a:pt x="4571898" y="2254491"/>
                  </a:lnTo>
                  <a:lnTo>
                    <a:pt x="4536541" y="2215819"/>
                  </a:lnTo>
                  <a:lnTo>
                    <a:pt x="4500905" y="2177427"/>
                  </a:lnTo>
                  <a:lnTo>
                    <a:pt x="4464964" y="2139302"/>
                  </a:lnTo>
                  <a:lnTo>
                    <a:pt x="4428744" y="2101443"/>
                  </a:lnTo>
                  <a:lnTo>
                    <a:pt x="4392231" y="2063877"/>
                  </a:lnTo>
                  <a:lnTo>
                    <a:pt x="4355427" y="2026577"/>
                  </a:lnTo>
                  <a:lnTo>
                    <a:pt x="4318330" y="1989556"/>
                  </a:lnTo>
                  <a:lnTo>
                    <a:pt x="4280954" y="1952815"/>
                  </a:lnTo>
                  <a:lnTo>
                    <a:pt x="4243298" y="1916366"/>
                  </a:lnTo>
                  <a:lnTo>
                    <a:pt x="4205363" y="1880196"/>
                  </a:lnTo>
                  <a:lnTo>
                    <a:pt x="4167149" y="1844319"/>
                  </a:lnTo>
                  <a:lnTo>
                    <a:pt x="4128655" y="1808721"/>
                  </a:lnTo>
                  <a:lnTo>
                    <a:pt x="4089895" y="1773415"/>
                  </a:lnTo>
                  <a:lnTo>
                    <a:pt x="4050855" y="1738414"/>
                  </a:lnTo>
                  <a:lnTo>
                    <a:pt x="4011536" y="1703692"/>
                  </a:lnTo>
                  <a:lnTo>
                    <a:pt x="3971963" y="1669275"/>
                  </a:lnTo>
                  <a:lnTo>
                    <a:pt x="3932110" y="1635137"/>
                  </a:lnTo>
                  <a:lnTo>
                    <a:pt x="3891991" y="1601317"/>
                  </a:lnTo>
                  <a:lnTo>
                    <a:pt x="3851605" y="1567789"/>
                  </a:lnTo>
                  <a:lnTo>
                    <a:pt x="3810965" y="1534566"/>
                  </a:lnTo>
                  <a:lnTo>
                    <a:pt x="3770058" y="1501648"/>
                  </a:lnTo>
                  <a:lnTo>
                    <a:pt x="3728897" y="1469034"/>
                  </a:lnTo>
                  <a:lnTo>
                    <a:pt x="3687470" y="1436725"/>
                  </a:lnTo>
                  <a:lnTo>
                    <a:pt x="3645789" y="1404734"/>
                  </a:lnTo>
                  <a:lnTo>
                    <a:pt x="3603866" y="1373047"/>
                  </a:lnTo>
                  <a:lnTo>
                    <a:pt x="3561677" y="1341666"/>
                  </a:lnTo>
                  <a:lnTo>
                    <a:pt x="3519246" y="1310614"/>
                  </a:lnTo>
                  <a:lnTo>
                    <a:pt x="3476561" y="1279867"/>
                  </a:lnTo>
                  <a:lnTo>
                    <a:pt x="3433622" y="1249451"/>
                  </a:lnTo>
                  <a:lnTo>
                    <a:pt x="3390455" y="1219339"/>
                  </a:lnTo>
                  <a:lnTo>
                    <a:pt x="3347034" y="1189558"/>
                  </a:lnTo>
                  <a:lnTo>
                    <a:pt x="3303371" y="1160106"/>
                  </a:lnTo>
                  <a:lnTo>
                    <a:pt x="3259467" y="1130973"/>
                  </a:lnTo>
                  <a:lnTo>
                    <a:pt x="3215322" y="1102156"/>
                  </a:lnTo>
                  <a:lnTo>
                    <a:pt x="3170948" y="1073683"/>
                  </a:lnTo>
                  <a:lnTo>
                    <a:pt x="3126346" y="1045527"/>
                  </a:lnTo>
                  <a:lnTo>
                    <a:pt x="3081502" y="1017714"/>
                  </a:lnTo>
                  <a:lnTo>
                    <a:pt x="3036417" y="990231"/>
                  </a:lnTo>
                  <a:lnTo>
                    <a:pt x="2991116" y="963091"/>
                  </a:lnTo>
                  <a:lnTo>
                    <a:pt x="2945587" y="936282"/>
                  </a:lnTo>
                  <a:lnTo>
                    <a:pt x="2899829" y="909802"/>
                  </a:lnTo>
                  <a:lnTo>
                    <a:pt x="2853842" y="883678"/>
                  </a:lnTo>
                  <a:lnTo>
                    <a:pt x="2807639" y="857885"/>
                  </a:lnTo>
                  <a:lnTo>
                    <a:pt x="2714574" y="807351"/>
                  </a:lnTo>
                  <a:lnTo>
                    <a:pt x="2620645" y="758202"/>
                  </a:lnTo>
                  <a:lnTo>
                    <a:pt x="2525852" y="710463"/>
                  </a:lnTo>
                  <a:lnTo>
                    <a:pt x="2430221" y="664133"/>
                  </a:lnTo>
                  <a:lnTo>
                    <a:pt x="2333764" y="619239"/>
                  </a:lnTo>
                  <a:lnTo>
                    <a:pt x="2236508" y="575792"/>
                  </a:lnTo>
                  <a:lnTo>
                    <a:pt x="2138438" y="533819"/>
                  </a:lnTo>
                  <a:lnTo>
                    <a:pt x="2039594" y="493306"/>
                  </a:lnTo>
                  <a:lnTo>
                    <a:pt x="1939975" y="454291"/>
                  </a:lnTo>
                  <a:lnTo>
                    <a:pt x="1839607" y="416775"/>
                  </a:lnTo>
                  <a:lnTo>
                    <a:pt x="1738490" y="380771"/>
                  </a:lnTo>
                  <a:lnTo>
                    <a:pt x="1636649" y="346303"/>
                  </a:lnTo>
                  <a:lnTo>
                    <a:pt x="1534096" y="313385"/>
                  </a:lnTo>
                  <a:lnTo>
                    <a:pt x="1430858" y="282016"/>
                  </a:lnTo>
                  <a:lnTo>
                    <a:pt x="1326921" y="252222"/>
                  </a:lnTo>
                  <a:lnTo>
                    <a:pt x="1222311" y="224028"/>
                  </a:lnTo>
                  <a:lnTo>
                    <a:pt x="1117053" y="197421"/>
                  </a:lnTo>
                  <a:lnTo>
                    <a:pt x="1011148" y="172427"/>
                  </a:lnTo>
                  <a:lnTo>
                    <a:pt x="904621" y="149072"/>
                  </a:lnTo>
                  <a:lnTo>
                    <a:pt x="797471" y="127355"/>
                  </a:lnTo>
                  <a:lnTo>
                    <a:pt x="689724" y="107302"/>
                  </a:lnTo>
                  <a:lnTo>
                    <a:pt x="581393" y="88912"/>
                  </a:lnTo>
                  <a:lnTo>
                    <a:pt x="472490" y="72212"/>
                  </a:lnTo>
                  <a:lnTo>
                    <a:pt x="363042" y="57200"/>
                  </a:lnTo>
                  <a:lnTo>
                    <a:pt x="253034" y="43916"/>
                  </a:lnTo>
                  <a:lnTo>
                    <a:pt x="142506" y="32346"/>
                  </a:lnTo>
                  <a:lnTo>
                    <a:pt x="31457" y="22529"/>
                  </a:lnTo>
                  <a:lnTo>
                    <a:pt x="0" y="20116"/>
                  </a:lnTo>
                  <a:lnTo>
                    <a:pt x="0" y="6858000"/>
                  </a:lnTo>
                  <a:lnTo>
                    <a:pt x="6325336" y="6858000"/>
                  </a:lnTo>
                  <a:lnTo>
                    <a:pt x="6325679" y="6841680"/>
                  </a:lnTo>
                  <a:lnTo>
                    <a:pt x="6326238" y="6825399"/>
                  </a:lnTo>
                  <a:lnTo>
                    <a:pt x="6326759" y="6809118"/>
                  </a:lnTo>
                  <a:lnTo>
                    <a:pt x="6327000" y="6792760"/>
                  </a:lnTo>
                  <a:close/>
                </a:path>
                <a:path w="9144000" h="6858000">
                  <a:moveTo>
                    <a:pt x="9144000" y="597674"/>
                  </a:moveTo>
                  <a:lnTo>
                    <a:pt x="9094508" y="575792"/>
                  </a:lnTo>
                  <a:lnTo>
                    <a:pt x="9045575" y="554621"/>
                  </a:lnTo>
                  <a:lnTo>
                    <a:pt x="8996439" y="533819"/>
                  </a:lnTo>
                  <a:lnTo>
                    <a:pt x="8947112" y="513372"/>
                  </a:lnTo>
                  <a:lnTo>
                    <a:pt x="8897595" y="493306"/>
                  </a:lnTo>
                  <a:lnTo>
                    <a:pt x="8847874" y="473608"/>
                  </a:lnTo>
                  <a:lnTo>
                    <a:pt x="8797976" y="454291"/>
                  </a:lnTo>
                  <a:lnTo>
                    <a:pt x="8747887" y="435343"/>
                  </a:lnTo>
                  <a:lnTo>
                    <a:pt x="8697608" y="416775"/>
                  </a:lnTo>
                  <a:lnTo>
                    <a:pt x="8647138" y="398576"/>
                  </a:lnTo>
                  <a:lnTo>
                    <a:pt x="8596490" y="380771"/>
                  </a:lnTo>
                  <a:lnTo>
                    <a:pt x="8545665" y="363347"/>
                  </a:lnTo>
                  <a:lnTo>
                    <a:pt x="8494649" y="346303"/>
                  </a:lnTo>
                  <a:lnTo>
                    <a:pt x="8443468" y="329653"/>
                  </a:lnTo>
                  <a:lnTo>
                    <a:pt x="8392096" y="313385"/>
                  </a:lnTo>
                  <a:lnTo>
                    <a:pt x="8340560" y="297510"/>
                  </a:lnTo>
                  <a:lnTo>
                    <a:pt x="8288858" y="282016"/>
                  </a:lnTo>
                  <a:lnTo>
                    <a:pt x="8236966" y="266928"/>
                  </a:lnTo>
                  <a:lnTo>
                    <a:pt x="8184921" y="252222"/>
                  </a:lnTo>
                  <a:lnTo>
                    <a:pt x="8132699" y="237921"/>
                  </a:lnTo>
                  <a:lnTo>
                    <a:pt x="8080311" y="224028"/>
                  </a:lnTo>
                  <a:lnTo>
                    <a:pt x="8027759" y="210527"/>
                  </a:lnTo>
                  <a:lnTo>
                    <a:pt x="7975054" y="197421"/>
                  </a:lnTo>
                  <a:lnTo>
                    <a:pt x="7922184" y="184721"/>
                  </a:lnTo>
                  <a:lnTo>
                    <a:pt x="7869148" y="172427"/>
                  </a:lnTo>
                  <a:lnTo>
                    <a:pt x="7815961" y="160553"/>
                  </a:lnTo>
                  <a:lnTo>
                    <a:pt x="7762621" y="149072"/>
                  </a:lnTo>
                  <a:lnTo>
                    <a:pt x="7709116" y="138010"/>
                  </a:lnTo>
                  <a:lnTo>
                    <a:pt x="7655471" y="127355"/>
                  </a:lnTo>
                  <a:lnTo>
                    <a:pt x="7601674" y="117119"/>
                  </a:lnTo>
                  <a:lnTo>
                    <a:pt x="7547724" y="107302"/>
                  </a:lnTo>
                  <a:lnTo>
                    <a:pt x="7493635" y="97891"/>
                  </a:lnTo>
                  <a:lnTo>
                    <a:pt x="7439393" y="88912"/>
                  </a:lnTo>
                  <a:lnTo>
                    <a:pt x="7385012" y="80352"/>
                  </a:lnTo>
                  <a:lnTo>
                    <a:pt x="7330491" y="72212"/>
                  </a:lnTo>
                  <a:lnTo>
                    <a:pt x="7275830" y="64490"/>
                  </a:lnTo>
                  <a:lnTo>
                    <a:pt x="7221042" y="57200"/>
                  </a:lnTo>
                  <a:lnTo>
                    <a:pt x="7166102" y="50342"/>
                  </a:lnTo>
                  <a:lnTo>
                    <a:pt x="7111035" y="43916"/>
                  </a:lnTo>
                  <a:lnTo>
                    <a:pt x="7055840" y="37909"/>
                  </a:lnTo>
                  <a:lnTo>
                    <a:pt x="7000507" y="32346"/>
                  </a:lnTo>
                  <a:lnTo>
                    <a:pt x="6945046" y="27216"/>
                  </a:lnTo>
                  <a:lnTo>
                    <a:pt x="6889458" y="22529"/>
                  </a:lnTo>
                  <a:lnTo>
                    <a:pt x="6833743" y="18275"/>
                  </a:lnTo>
                  <a:lnTo>
                    <a:pt x="6777914" y="14452"/>
                  </a:lnTo>
                  <a:lnTo>
                    <a:pt x="6721957" y="11087"/>
                  </a:lnTo>
                  <a:lnTo>
                    <a:pt x="6665874" y="8153"/>
                  </a:lnTo>
                  <a:lnTo>
                    <a:pt x="6609677" y="5676"/>
                  </a:lnTo>
                  <a:lnTo>
                    <a:pt x="6553365" y="3632"/>
                  </a:lnTo>
                  <a:lnTo>
                    <a:pt x="6496939" y="2057"/>
                  </a:lnTo>
                  <a:lnTo>
                    <a:pt x="6440398" y="914"/>
                  </a:lnTo>
                  <a:lnTo>
                    <a:pt x="6383756" y="228"/>
                  </a:lnTo>
                  <a:lnTo>
                    <a:pt x="6327000" y="0"/>
                  </a:lnTo>
                  <a:lnTo>
                    <a:pt x="6327000" y="6792760"/>
                  </a:lnTo>
                  <a:lnTo>
                    <a:pt x="6327000" y="6858000"/>
                  </a:lnTo>
                  <a:lnTo>
                    <a:pt x="9144000" y="6858000"/>
                  </a:lnTo>
                  <a:lnTo>
                    <a:pt x="9144000" y="597674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BF9585A3-F81B-AAF2-9C5E-630AF594B21B}"/>
                </a:ext>
              </a:extLst>
            </p:cNvPr>
            <p:cNvSpPr/>
            <p:nvPr/>
          </p:nvSpPr>
          <p:spPr>
            <a:xfrm>
              <a:off x="540000" y="2944145"/>
              <a:ext cx="0" cy="1086485"/>
            </a:xfrm>
            <a:custGeom>
              <a:avLst/>
              <a:gdLst/>
              <a:ahLst/>
              <a:cxnLst/>
              <a:rect l="l" t="t" r="r" b="b"/>
              <a:pathLst>
                <a:path h="1086485">
                  <a:moveTo>
                    <a:pt x="0" y="0"/>
                  </a:moveTo>
                  <a:lnTo>
                    <a:pt x="0" y="1086408"/>
                  </a:lnTo>
                </a:path>
              </a:pathLst>
            </a:custGeom>
            <a:ln w="12700">
              <a:solidFill>
                <a:srgbClr val="003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itre 23">
            <a:extLst>
              <a:ext uri="{FF2B5EF4-FFF2-40B4-BE49-F238E27FC236}">
                <a16:creationId xmlns:a16="http://schemas.microsoft.com/office/drawing/2014/main" id="{1E10B626-33A5-4836-7746-021617854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3" y="2152673"/>
            <a:ext cx="6095999" cy="925737"/>
          </a:xfrm>
        </p:spPr>
        <p:txBody>
          <a:bodyPr anchor="ctr" anchorCtr="0">
            <a:noAutofit/>
          </a:bodyPr>
          <a:lstStyle>
            <a:lvl1pPr>
              <a:defRPr sz="3000" b="1"/>
            </a:lvl1pPr>
          </a:lstStyle>
          <a:p>
            <a:r>
              <a:rPr lang="fr-FR"/>
              <a:t>Modifiez le style </a:t>
            </a:r>
            <a:br>
              <a:rPr lang="fr-FR"/>
            </a:br>
            <a:r>
              <a:rPr lang="fr-FR"/>
              <a:t>du titre</a:t>
            </a:r>
          </a:p>
        </p:txBody>
      </p:sp>
      <p:pic>
        <p:nvPicPr>
          <p:cNvPr id="2" name="Image 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D7921E3-2D57-B36C-B70D-E7E8A6643E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9375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18317" y="4862628"/>
            <a:ext cx="2103120" cy="923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80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FDEB2B0-7AD4-84B8-814F-D96919921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4862628"/>
            <a:ext cx="3086100" cy="9233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8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  <a:endParaRPr lang="fr-FR">
              <a:latin typeface="+mn-lt"/>
            </a:endParaRPr>
          </a:p>
        </p:txBody>
      </p:sp>
      <p:sp>
        <p:nvSpPr>
          <p:cNvPr id="8" name="Espace réservé du titre 7">
            <a:extLst>
              <a:ext uri="{FF2B5EF4-FFF2-40B4-BE49-F238E27FC236}">
                <a16:creationId xmlns:a16="http://schemas.microsoft.com/office/drawing/2014/main" id="{372959FE-400C-8866-ECB5-F198A92E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Cliquez ici pour modifier le titre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4BE3D37-DE88-F38B-9FCE-21CD2A5D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  <p:pic>
        <p:nvPicPr>
          <p:cNvPr id="45" name="Image 4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A50E5E5-45C5-A648-51D1-CF821FE0B87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681" y="539991"/>
            <a:ext cx="602226" cy="16891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DF0DC0C-5C8B-D596-8BA4-CE36D25D026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857500" y="5009649"/>
            <a:ext cx="3429000" cy="1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2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hdr="0" dt="0"/>
  <p:txStyles>
    <p:titleStyle>
      <a:lvl1pPr>
        <a:defRPr sz="2400" b="1">
          <a:solidFill>
            <a:schemeClr val="tx2"/>
          </a:solidFill>
          <a:latin typeface="Roboto Light" panose="02000000000000000000" pitchFamily="2" charset="0"/>
          <a:ea typeface="Roboto Light" panose="02000000000000000000" pitchFamily="2" charset="0"/>
          <a:cs typeface="+mj-cs"/>
        </a:defRPr>
      </a:lvl1pPr>
    </p:titleStyle>
    <p:bodyStyle>
      <a:lvl1pPr marL="0">
        <a:defRPr sz="1400" b="0" cap="none" baseline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171446" indent="-171446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355600" indent="-169863">
        <a:buClr>
          <a:schemeClr val="accent5"/>
        </a:buClr>
        <a:buFont typeface="Times New Roman" panose="02020603050405020304" pitchFamily="18" charset="0"/>
        <a:buChar char="→"/>
        <a:defRPr lang="fr-FR" sz="1200" b="0" cap="none" baseline="0" dirty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38163" indent="-169863">
        <a:buClr>
          <a:schemeClr val="accent5"/>
        </a:buClr>
        <a:buFont typeface="Wingdings" panose="05000000000000000000" pitchFamily="2" charset="2"/>
        <a:buChar char="ü"/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359991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Commencer par certains périmètres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05 · Les enjeux et la soumission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sp>
        <p:nvSpPr>
          <p:cNvPr id="6" name="Oval étape 1"/>
          <p:cNvSpPr/>
          <p:nvPr/>
        </p:nvSpPr>
        <p:spPr>
          <a:xfrm>
            <a:off x="1597152" y="1078992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cxnSp>
        <p:nvCxnSpPr>
          <p:cNvPr id="7" name="Connector 1"/>
          <p:cNvCxnSpPr/>
          <p:nvPr/>
        </p:nvCxnSpPr>
        <p:spPr>
          <a:xfrm>
            <a:off x="2273808" y="1371600"/>
            <a:ext cx="1914144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abel étape 1"/>
          <p:cNvSpPr txBox="1"/>
          <p:nvPr/>
        </p:nvSpPr>
        <p:spPr>
          <a:xfrm>
            <a:off x="640080" y="1801368"/>
            <a:ext cx="249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Choisir qui consulter</a:t>
            </a:r>
          </a:p>
        </p:txBody>
      </p:sp>
      <p:sp>
        <p:nvSpPr>
          <p:cNvPr id="9" name="Texte étape 1"/>
          <p:cNvSpPr txBox="1"/>
          <p:nvPr/>
        </p:nvSpPr>
        <p:spPr>
          <a:xfrm>
            <a:off x="640080" y="2101368"/>
            <a:ext cx="249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573"/>
                </a:solidFill>
                <a:latin typeface="Roboto"/>
              </a:rPr>
              <a:t>Après « Demander un avis préliminaire », choisissez « Commencer par certains périmètres » et cochez qui consulter d’abord.</a:t>
            </a:r>
          </a:p>
        </p:txBody>
      </p:sp>
      <p:sp>
        <p:nvSpPr>
          <p:cNvPr id="10" name="Oval étape 2"/>
          <p:cNvSpPr/>
          <p:nvPr/>
        </p:nvSpPr>
        <p:spPr>
          <a:xfrm>
            <a:off x="4279392" y="1078992"/>
            <a:ext cx="585216" cy="585216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cxnSp>
        <p:nvCxnSpPr>
          <p:cNvPr id="11" name="Connector 2"/>
          <p:cNvCxnSpPr/>
          <p:nvPr/>
        </p:nvCxnSpPr>
        <p:spPr>
          <a:xfrm>
            <a:off x="4956048" y="1371600"/>
            <a:ext cx="1914144" cy="0"/>
          </a:xfrm>
          <a:prstGeom prst="line">
            <a:avLst/>
          </a:prstGeom>
          <a:ln w="19050">
            <a:solidFill>
              <a:srgbClr val="6BB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abel étape 2"/>
          <p:cNvSpPr txBox="1"/>
          <p:nvPr/>
        </p:nvSpPr>
        <p:spPr>
          <a:xfrm>
            <a:off x="3322320" y="1801368"/>
            <a:ext cx="249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Ajuster le projet</a:t>
            </a:r>
          </a:p>
        </p:txBody>
      </p:sp>
      <p:sp>
        <p:nvSpPr>
          <p:cNvPr id="13" name="Texte étape 2"/>
          <p:cNvSpPr txBox="1"/>
          <p:nvPr/>
        </p:nvSpPr>
        <p:spPr>
          <a:xfrm>
            <a:off x="3322320" y="2101368"/>
            <a:ext cx="249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573"/>
                </a:solidFill>
                <a:latin typeface="Roboto"/>
              </a:rPr>
              <a:t>Lisez le premier avis et modifiez votre projet si besoin. Les autres périmètres n’ont encore rien reçu.</a:t>
            </a:r>
          </a:p>
        </p:txBody>
      </p:sp>
      <p:sp>
        <p:nvSpPr>
          <p:cNvPr id="14" name="Oval étape 3"/>
          <p:cNvSpPr/>
          <p:nvPr/>
        </p:nvSpPr>
        <p:spPr>
          <a:xfrm>
            <a:off x="6961632" y="1078992"/>
            <a:ext cx="585216" cy="585216"/>
          </a:xfrm>
          <a:prstGeom prst="ellipse">
            <a:avLst/>
          </a:prstGeom>
          <a:solidFill>
            <a:srgbClr val="00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5" name="Label étape 3"/>
          <p:cNvSpPr txBox="1"/>
          <p:nvPr/>
        </p:nvSpPr>
        <p:spPr>
          <a:xfrm>
            <a:off x="6004560" y="1801368"/>
            <a:ext cx="249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3059"/>
                </a:solidFill>
                <a:latin typeface="Roboto"/>
              </a:rPr>
              <a:t>Solliciter les autres</a:t>
            </a:r>
          </a:p>
        </p:txBody>
      </p:sp>
      <p:sp>
        <p:nvSpPr>
          <p:cNvPr id="16" name="Texte étape 3"/>
          <p:cNvSpPr txBox="1"/>
          <p:nvPr/>
        </p:nvSpPr>
        <p:spPr>
          <a:xfrm>
            <a:off x="6004560" y="2101368"/>
            <a:ext cx="2499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573"/>
                </a:solidFill>
                <a:latin typeface="Roboto"/>
              </a:rPr>
              <a:t>Cliquez sur « Solliciter les autres périmètres » ou, sur une carte, « Solliciter maintenant ». Vos modifications partent avec.</a:t>
            </a:r>
          </a:p>
        </p:txBody>
      </p:sp>
      <p:sp>
        <p:nvSpPr>
          <p:cNvPr id="17" name="Encadré à savoir"/>
          <p:cNvSpPr/>
          <p:nvPr/>
        </p:nvSpPr>
        <p:spPr>
          <a:xfrm>
            <a:off x="548640" y="3054096"/>
            <a:ext cx="8046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re à savoir"/>
          <p:cNvSpPr txBox="1"/>
          <p:nvPr/>
        </p:nvSpPr>
        <p:spPr>
          <a:xfrm>
            <a:off x="694944" y="3182112"/>
            <a:ext cx="7754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3059"/>
                </a:solidFill>
                <a:latin typeface="Roboto"/>
              </a:rPr>
              <a:t>À savoir</a:t>
            </a:r>
          </a:p>
        </p:txBody>
      </p:sp>
      <p:sp>
        <p:nvSpPr>
          <p:cNvPr id="19" name="Puce"/>
          <p:cNvSpPr/>
          <p:nvPr/>
        </p:nvSpPr>
        <p:spPr>
          <a:xfrm>
            <a:off x="694944" y="356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e puce"/>
          <p:cNvSpPr txBox="1"/>
          <p:nvPr/>
        </p:nvSpPr>
        <p:spPr>
          <a:xfrm>
            <a:off x="877824" y="3512112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Tant qu’ils ne sont pas sollicités, les périmètres mis de côté ne reçoivent rien et ne voient pas le projet.</a:t>
            </a:r>
          </a:p>
        </p:txBody>
      </p:sp>
      <p:sp>
        <p:nvSpPr>
          <p:cNvPr id="21" name="Puce"/>
          <p:cNvSpPr/>
          <p:nvPr/>
        </p:nvSpPr>
        <p:spPr>
          <a:xfrm>
            <a:off x="694944" y="382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e puce"/>
          <p:cNvSpPr txBox="1"/>
          <p:nvPr/>
        </p:nvSpPr>
        <p:spPr>
          <a:xfrm>
            <a:off x="877824" y="3772112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badge du projet affiche « Consultation partielle » : aucun avis ne vaut encore pour l’ensemble du projet.</a:t>
            </a:r>
          </a:p>
        </p:txBody>
      </p:sp>
      <p:sp>
        <p:nvSpPr>
          <p:cNvPr id="23" name="Puce"/>
          <p:cNvSpPr/>
          <p:nvPr/>
        </p:nvSpPr>
        <p:spPr>
          <a:xfrm>
            <a:off x="694944" y="408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e puce"/>
          <p:cNvSpPr txBox="1"/>
          <p:nvPr/>
        </p:nvSpPr>
        <p:spPr>
          <a:xfrm>
            <a:off x="877824" y="4032112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Une demande de validation sollicite tous les périmètres, sans exception.</a:t>
            </a:r>
          </a:p>
        </p:txBody>
      </p:sp>
      <p:sp>
        <p:nvSpPr>
          <p:cNvPr id="25" name="Puce"/>
          <p:cNvSpPr/>
          <p:nvPr/>
        </p:nvSpPr>
        <p:spPr>
          <a:xfrm>
            <a:off x="694944" y="4348119"/>
            <a:ext cx="73152" cy="73152"/>
          </a:xfrm>
          <a:prstGeom prst="ellipse">
            <a:avLst/>
          </a:prstGeom>
          <a:solidFill>
            <a:srgbClr val="006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e puce"/>
          <p:cNvSpPr txBox="1"/>
          <p:nvPr/>
        </p:nvSpPr>
        <p:spPr>
          <a:xfrm>
            <a:off x="877824" y="4292112"/>
            <a:ext cx="7571232" cy="170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F2A37"/>
                </a:solidFill>
                <a:latin typeface="Roboto"/>
              </a:rPr>
              <a:t>Le choix proposé par défaut reste « Tous les périmètres concernés (recommandé) 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LFB-2026">
      <a:dk1>
        <a:srgbClr val="003059"/>
      </a:dk1>
      <a:lt1>
        <a:sysClr val="window" lastClr="FFFFFF"/>
      </a:lt1>
      <a:dk2>
        <a:srgbClr val="003059"/>
      </a:dk2>
      <a:lt2>
        <a:srgbClr val="E8D4AB"/>
      </a:lt2>
      <a:accent1>
        <a:srgbClr val="003059"/>
      </a:accent1>
      <a:accent2>
        <a:srgbClr val="0061B0"/>
      </a:accent2>
      <a:accent3>
        <a:srgbClr val="6BB0CF"/>
      </a:accent3>
      <a:accent4>
        <a:srgbClr val="37290C"/>
      </a:accent4>
      <a:accent5>
        <a:srgbClr val="996B14"/>
      </a:accent5>
      <a:accent6>
        <a:srgbClr val="E2C386"/>
      </a:accent6>
      <a:hlink>
        <a:srgbClr val="6BB0CF"/>
      </a:hlink>
      <a:folHlink>
        <a:srgbClr val="996B14"/>
      </a:folHlink>
    </a:clrScheme>
    <a:fontScheme name="MasqueLFB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005565-df45-469f-9667-e24999810575">
      <Terms xmlns="http://schemas.microsoft.com/office/infopath/2007/PartnerControls"/>
    </lcf76f155ced4ddcb4097134ff3c332f>
    <TaxCatchAll xmlns="a9adc06b-4697-48c7-a036-8e5d61601cc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680F56D598AF48895FD65636B7099C" ma:contentTypeVersion="11" ma:contentTypeDescription="Crée un document." ma:contentTypeScope="" ma:versionID="c10cc5aa533382c2bf377b5cc7daa35e">
  <xsd:schema xmlns:xsd="http://www.w3.org/2001/XMLSchema" xmlns:xs="http://www.w3.org/2001/XMLSchema" xmlns:p="http://schemas.microsoft.com/office/2006/metadata/properties" xmlns:ns2="3f005565-df45-469f-9667-e24999810575" xmlns:ns3="a9adc06b-4697-48c7-a036-8e5d61601ccd" targetNamespace="http://schemas.microsoft.com/office/2006/metadata/properties" ma:root="true" ma:fieldsID="16621fbe1258d010bf7125c946bb7000" ns2:_="" ns3:_="">
    <xsd:import namespace="3f005565-df45-469f-9667-e24999810575"/>
    <xsd:import namespace="a9adc06b-4697-48c7-a036-8e5d61601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05565-df45-469f-9667-e24999810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f3cd56c-c2c5-47c6-80d7-a62c1de323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dc06b-4697-48c7-a036-8e5d61601c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b442f2d-0dee-4b4e-ac57-f12d8d2405db}" ma:internalName="TaxCatchAll" ma:showField="CatchAllData" ma:web="a9adc06b-4697-48c7-a036-8e5d61601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DA977-7A93-49E1-B926-3A4C91BC8CA9}">
  <ds:schemaRefs>
    <ds:schemaRef ds:uri="3f005565-df45-469f-9667-e24999810575"/>
    <ds:schemaRef ds:uri="a9adc06b-4697-48c7-a036-8e5d61601c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54A56A-71C2-41A8-AEF7-D5A89594EF27}">
  <ds:schemaRefs>
    <ds:schemaRef ds:uri="3f005565-df45-469f-9667-e24999810575"/>
    <ds:schemaRef ds:uri="a9adc06b-4697-48c7-a036-8e5d61601c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1C3163-3B6B-4CF1-96A4-93514C5C90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Affichage à l'écran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9" baseType="lpstr">
      <vt:lpstr>Arial</vt:lpstr>
      <vt:lpstr>Roboto</vt:lpstr>
      <vt:lpstr>Roboto Black</vt:lpstr>
      <vt:lpstr>Roboto Bold</vt:lpstr>
      <vt:lpstr>Roboto Light</vt:lpstr>
      <vt:lpstr>Roboto Thin</vt:lpstr>
      <vt:lpstr>Times New Roman</vt:lpstr>
      <vt:lpstr>Wingdings</vt:lpstr>
      <vt:lpstr>3_Office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LASSAUGE Antoine</cp:lastModifiedBy>
  <cp:revision>2</cp:revision>
  <dcterms:created xsi:type="dcterms:W3CDTF">2025-06-02T07:25:18Z</dcterms:created>
  <dcterms:modified xsi:type="dcterms:W3CDTF">2026-10-16T07:54:22Z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Creator">
    <vt:lpwstr>Adobe InDesign 20.3 (Windows)</vt:lpwstr>
  </property>
  <property fmtid="{D5CDD505-2E9C-101B-9397-08002B2CF9AE}" pid="4" name="LastSaved">
    <vt:filetime>2025-06-02T00:00:00Z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0x0101002A680F56D598AF48895FD65636B7099C</vt:lpwstr>
  </property>
  <property fmtid="{D5CDD505-2E9C-101B-9397-08002B2CF9AE}" pid="7" name="MediaServiceImageTags">
    <vt:lpwstr/>
  </property>
</Properties>
</file>